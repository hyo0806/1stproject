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5"/>
  </p:notesMasterIdLst>
  <p:handoutMasterIdLst>
    <p:handoutMasterId r:id="rId16"/>
  </p:handoutMasterIdLst>
  <p:sldIdLst>
    <p:sldId id="256" r:id="rId2"/>
    <p:sldId id="293" r:id="rId3"/>
    <p:sldId id="331" r:id="rId4"/>
    <p:sldId id="295" r:id="rId5"/>
    <p:sldId id="348" r:id="rId6"/>
    <p:sldId id="352" r:id="rId7"/>
    <p:sldId id="319" r:id="rId8"/>
    <p:sldId id="347" r:id="rId9"/>
    <p:sldId id="349" r:id="rId10"/>
    <p:sldId id="317" r:id="rId11"/>
    <p:sldId id="350" r:id="rId12"/>
    <p:sldId id="344" r:id="rId13"/>
    <p:sldId id="341" r:id="rId14"/>
  </p:sldIdLst>
  <p:sldSz cx="9144000" cy="5143500" type="screen16x9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  <p15:guide id="3" orient="horz" pos="162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987C4D"/>
    <a:srgbClr val="947D54"/>
    <a:srgbClr val="333333"/>
    <a:srgbClr val="CDC1B6"/>
    <a:srgbClr val="756B5F"/>
    <a:srgbClr val="5F5556"/>
    <a:srgbClr val="232380"/>
    <a:srgbClr val="D35F5F"/>
    <a:srgbClr val="802323"/>
    <a:srgbClr val="E02F2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9114" autoAdjust="0"/>
    <p:restoredTop sz="95958" autoAdjust="0"/>
  </p:normalViewPr>
  <p:slideViewPr>
    <p:cSldViewPr>
      <p:cViewPr varScale="1">
        <p:scale>
          <a:sx n="147" d="100"/>
          <a:sy n="147" d="100"/>
        </p:scale>
        <p:origin x="942" y="108"/>
      </p:cViewPr>
      <p:guideLst>
        <p:guide orient="horz" pos="2160"/>
        <p:guide pos="2880"/>
        <p:guide orient="horz" pos="1620"/>
      </p:guideLst>
    </p:cSldViewPr>
  </p:slideViewPr>
  <p:notesTextViewPr>
    <p:cViewPr>
      <p:scale>
        <a:sx n="3" d="2"/>
        <a:sy n="3" d="2"/>
      </p:scale>
      <p:origin x="0" y="0"/>
    </p:cViewPr>
  </p:notesTextViewPr>
  <p:notesViewPr>
    <p:cSldViewPr>
      <p:cViewPr varScale="1">
        <p:scale>
          <a:sx n="66" d="100"/>
          <a:sy n="66" d="100"/>
        </p:scale>
        <p:origin x="-3106" y="-72"/>
      </p:cViewPr>
      <p:guideLst>
        <p:guide orient="horz" pos="2880"/>
        <p:guide pos="2160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handoutMaster" Target="handoutMasters/handout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84ABEAC-FD1E-446D-854E-09142DFB339C}" type="datetimeFigureOut">
              <a:rPr lang="ko-KR" altLang="en-US" smtClean="0"/>
              <a:t>2025-12-19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140037E-5901-4B68-9415-DA47D42FEFB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42504075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299D967-67B2-4132-B52D-A253871A1F24}" type="datetimeFigureOut">
              <a:rPr lang="ko-KR" altLang="en-US" smtClean="0"/>
              <a:t>2025-12-19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231EE08-D29B-4EEA-AE59-EA43F352A71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6010189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lnSpc>
                <a:spcPts val="2400"/>
              </a:lnSpc>
              <a:buFontTx/>
              <a:buNone/>
            </a:pPr>
            <a:r>
              <a:rPr lang="ko-KR" altLang="en-US" sz="1200" dirty="0">
                <a:solidFill>
                  <a:srgbClr val="464646"/>
                </a:solidFill>
                <a:latin typeface="한컴 윤고딕 230" panose="02020603020101020101" pitchFamily="18" charset="-127"/>
                <a:ea typeface="한컴 윤고딕 230" panose="02020603020101020101" pitchFamily="18" charset="-127"/>
              </a:rPr>
              <a:t>기존에 운용되고 있는 공공도서관 및 대학도서관 웹 페이지 및 도서관 관리 시스템인 </a:t>
            </a:r>
            <a:r>
              <a:rPr lang="en-US" altLang="ko-KR" sz="1200" dirty="0">
                <a:solidFill>
                  <a:srgbClr val="464646"/>
                </a:solidFill>
                <a:latin typeface="한컴 윤고딕 230" panose="02020603020101020101" pitchFamily="18" charset="-127"/>
                <a:ea typeface="한컴 윤고딕 230" panose="02020603020101020101" pitchFamily="18" charset="-127"/>
              </a:rPr>
              <a:t>KOLAS</a:t>
            </a:r>
            <a:r>
              <a:rPr lang="ko-KR" altLang="en-US" sz="1200" dirty="0">
                <a:solidFill>
                  <a:srgbClr val="464646"/>
                </a:solidFill>
                <a:latin typeface="한컴 윤고딕 230" panose="02020603020101020101" pitchFamily="18" charset="-127"/>
                <a:ea typeface="한컴 윤고딕 230" panose="02020603020101020101" pitchFamily="18" charset="-127"/>
              </a:rPr>
              <a:t>를 참조</a:t>
            </a:r>
            <a:endParaRPr lang="en-US" altLang="ko-KR" sz="1200" dirty="0">
              <a:solidFill>
                <a:srgbClr val="464646"/>
              </a:solidFill>
              <a:latin typeface="한컴 윤고딕 230" panose="02020603020101020101" pitchFamily="18" charset="-127"/>
              <a:ea typeface="한컴 윤고딕 230" panose="02020603020101020101" pitchFamily="18" charset="-127"/>
            </a:endParaRP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231EE08-D29B-4EEA-AE59-EA43F352A71D}" type="slidenum">
              <a:rPr lang="ko-KR" altLang="en-US" smtClean="0"/>
              <a:t>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0407517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lnSpc>
                <a:spcPts val="2400"/>
              </a:lnSpc>
              <a:buFontTx/>
              <a:buNone/>
            </a:pPr>
            <a:r>
              <a:rPr lang="ko-KR" altLang="en-US" sz="1200" dirty="0">
                <a:solidFill>
                  <a:srgbClr val="464646"/>
                </a:solidFill>
                <a:latin typeface="한컴 윤고딕 230" panose="02020603020101020101" pitchFamily="18" charset="-127"/>
                <a:ea typeface="한컴 윤고딕 230" panose="02020603020101020101" pitchFamily="18" charset="-127"/>
              </a:rPr>
              <a:t>기존에 운용되고 있는 공공도서관 및 대학도서관 웹 페이지 및 도서관 관리 시스템인 </a:t>
            </a:r>
            <a:r>
              <a:rPr lang="en-US" altLang="ko-KR" sz="1200" dirty="0">
                <a:solidFill>
                  <a:srgbClr val="464646"/>
                </a:solidFill>
                <a:latin typeface="한컴 윤고딕 230" panose="02020603020101020101" pitchFamily="18" charset="-127"/>
                <a:ea typeface="한컴 윤고딕 230" panose="02020603020101020101" pitchFamily="18" charset="-127"/>
              </a:rPr>
              <a:t>KOLAS</a:t>
            </a:r>
            <a:r>
              <a:rPr lang="ko-KR" altLang="en-US" sz="1200" dirty="0">
                <a:solidFill>
                  <a:srgbClr val="464646"/>
                </a:solidFill>
                <a:latin typeface="한컴 윤고딕 230" panose="02020603020101020101" pitchFamily="18" charset="-127"/>
                <a:ea typeface="한컴 윤고딕 230" panose="02020603020101020101" pitchFamily="18" charset="-127"/>
              </a:rPr>
              <a:t>를 참조</a:t>
            </a:r>
            <a:endParaRPr lang="en-US" altLang="ko-KR" sz="1200" dirty="0">
              <a:solidFill>
                <a:srgbClr val="464646"/>
              </a:solidFill>
              <a:latin typeface="한컴 윤고딕 230" panose="02020603020101020101" pitchFamily="18" charset="-127"/>
              <a:ea typeface="한컴 윤고딕 230" panose="02020603020101020101" pitchFamily="18" charset="-127"/>
            </a:endParaRP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231EE08-D29B-4EEA-AE59-EA43F352A71D}" type="slidenum">
              <a:rPr lang="ko-KR" altLang="en-US" smtClean="0"/>
              <a:t>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0407517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lnSpc>
                <a:spcPts val="2400"/>
              </a:lnSpc>
              <a:buFontTx/>
              <a:buNone/>
            </a:pPr>
            <a:r>
              <a:rPr lang="ko-KR" altLang="en-US" sz="1200" dirty="0">
                <a:solidFill>
                  <a:srgbClr val="464646"/>
                </a:solidFill>
                <a:latin typeface="한컴 윤고딕 230" panose="02020603020101020101" pitchFamily="18" charset="-127"/>
                <a:ea typeface="한컴 윤고딕 230" panose="02020603020101020101" pitchFamily="18" charset="-127"/>
              </a:rPr>
              <a:t>기존에 운용되고 있는 공공도서관 및 대학도서관 웹 페이지 및 도서관 관리 시스템인 </a:t>
            </a:r>
            <a:r>
              <a:rPr lang="en-US" altLang="ko-KR" sz="1200" dirty="0">
                <a:solidFill>
                  <a:srgbClr val="464646"/>
                </a:solidFill>
                <a:latin typeface="한컴 윤고딕 230" panose="02020603020101020101" pitchFamily="18" charset="-127"/>
                <a:ea typeface="한컴 윤고딕 230" panose="02020603020101020101" pitchFamily="18" charset="-127"/>
              </a:rPr>
              <a:t>KOLAS</a:t>
            </a:r>
            <a:r>
              <a:rPr lang="ko-KR" altLang="en-US" sz="1200" dirty="0">
                <a:solidFill>
                  <a:srgbClr val="464646"/>
                </a:solidFill>
                <a:latin typeface="한컴 윤고딕 230" panose="02020603020101020101" pitchFamily="18" charset="-127"/>
                <a:ea typeface="한컴 윤고딕 230" panose="02020603020101020101" pitchFamily="18" charset="-127"/>
              </a:rPr>
              <a:t>를 참조</a:t>
            </a:r>
            <a:endParaRPr lang="en-US" altLang="ko-KR" sz="1200" dirty="0">
              <a:solidFill>
                <a:srgbClr val="464646"/>
              </a:solidFill>
              <a:latin typeface="한컴 윤고딕 230" panose="02020603020101020101" pitchFamily="18" charset="-127"/>
              <a:ea typeface="한컴 윤고딕 230" panose="02020603020101020101" pitchFamily="18" charset="-127"/>
            </a:endParaRP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231EE08-D29B-4EEA-AE59-EA43F352A71D}" type="slidenum">
              <a:rPr lang="ko-KR" altLang="en-US" smtClean="0"/>
              <a:t>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1952549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685800" y="1597820"/>
            <a:ext cx="7772400" cy="1102519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ko-KR" altLang="en-US"/>
              <a:t>마스터 부제목 스타일 편집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303F18-CB98-4E85-A37B-EF5A4E6C8DE7}" type="datetime1">
              <a:rPr lang="ko-KR" altLang="en-US" smtClean="0"/>
              <a:t>2025-12-19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>
          <a:xfrm>
            <a:off x="6963029" y="4845096"/>
            <a:ext cx="2133600" cy="273844"/>
          </a:xfrm>
        </p:spPr>
        <p:txBody>
          <a:bodyPr/>
          <a:lstStyle/>
          <a:p>
            <a:fld id="{8E974B11-60DB-405B-8211-256C6E06427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0164140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0B8B09-A0F3-4880-B090-7FDDEE5B5065}" type="datetime1">
              <a:rPr lang="ko-KR" altLang="en-US" smtClean="0"/>
              <a:t>2025-12-19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974B11-60DB-405B-8211-256C6E06427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223090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F7D3F4-816B-4FA6-91FC-91836ECD0E53}" type="datetime1">
              <a:rPr lang="ko-KR" altLang="en-US" smtClean="0"/>
              <a:t>2025-12-19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974B11-60DB-405B-8211-256C6E06427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8449314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B9FCFF-984A-4549-AB53-391F9EC1244A}" type="datetime1">
              <a:rPr lang="ko-KR" altLang="en-US" smtClean="0"/>
              <a:t>2025-12-19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974B11-60DB-405B-8211-256C6E06427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9221562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4645028" y="1151335"/>
            <a:ext cx="4041775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4645028" y="1631156"/>
            <a:ext cx="4041775" cy="296346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618DE4-C4FE-4171-90C7-38CF01638033}" type="datetime1">
              <a:rPr lang="ko-KR" altLang="en-US" smtClean="0"/>
              <a:t>2025-12-19</a:t>
            </a:fld>
            <a:endParaRPr lang="ko-KR" altLang="en-US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974B11-60DB-405B-8211-256C6E06427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6416125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587621-9D18-4C20-9B84-3E938621A025}" type="datetime1">
              <a:rPr lang="ko-KR" altLang="en-US" smtClean="0"/>
              <a:t>2025-12-19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974B11-60DB-405B-8211-256C6E06427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7218272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>
          <a:xfrm>
            <a:off x="7025646" y="4882221"/>
            <a:ext cx="2133600" cy="273844"/>
          </a:xfrm>
        </p:spPr>
        <p:txBody>
          <a:bodyPr/>
          <a:lstStyle>
            <a:lvl1pPr>
              <a:defRPr>
                <a:solidFill>
                  <a:srgbClr val="756B5F"/>
                </a:solidFill>
              </a:defRPr>
            </a:lvl1pPr>
          </a:lstStyle>
          <a:p>
            <a:fld id="{8E974B11-60DB-405B-8211-256C6E064270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  <p:cxnSp>
        <p:nvCxnSpPr>
          <p:cNvPr id="5" name="직선 연결선 4"/>
          <p:cNvCxnSpPr/>
          <p:nvPr userDrawn="1"/>
        </p:nvCxnSpPr>
        <p:spPr>
          <a:xfrm>
            <a:off x="179512" y="87504"/>
            <a:ext cx="0" cy="270000"/>
          </a:xfrm>
          <a:prstGeom prst="line">
            <a:avLst/>
          </a:prstGeom>
          <a:ln w="38100">
            <a:solidFill>
              <a:srgbClr val="987C4D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 userDrawn="1"/>
        </p:nvSpPr>
        <p:spPr>
          <a:xfrm>
            <a:off x="282435" y="4882221"/>
            <a:ext cx="734496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800" b="1" dirty="0">
                <a:solidFill>
                  <a:srgbClr val="987C4D"/>
                </a:solidFill>
              </a:rPr>
              <a:t>프로젝트 명</a:t>
            </a:r>
            <a:endParaRPr lang="ko-KR" altLang="en-US" sz="800" b="1" dirty="0">
              <a:solidFill>
                <a:srgbClr val="756B5F"/>
              </a:solidFill>
            </a:endParaRPr>
          </a:p>
        </p:txBody>
      </p:sp>
      <p:pic>
        <p:nvPicPr>
          <p:cNvPr id="6" name="그림 5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588" y="4887019"/>
            <a:ext cx="205847" cy="2058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0080178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3" y="204787"/>
            <a:ext cx="3008313" cy="8715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3575050" y="204789"/>
            <a:ext cx="5111750" cy="438983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457203" y="1076327"/>
            <a:ext cx="3008313" cy="3518297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17649B-2577-404C-858E-51E9DEBB2548}" type="datetime1">
              <a:rPr lang="ko-KR" altLang="en-US" smtClean="0"/>
              <a:t>2025-12-19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974B11-60DB-405B-8211-256C6E06427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9474712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1792288" y="4025504"/>
            <a:ext cx="5486400" cy="603647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84C674-EF46-4F27-9E3E-4F6A170B0DC6}" type="datetime1">
              <a:rPr lang="ko-KR" altLang="en-US" smtClean="0"/>
              <a:t>2025-12-19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974B11-60DB-405B-8211-256C6E06427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0687290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A16C65-58A5-46D5-A762-12670B92641B}" type="datetime1">
              <a:rPr lang="ko-KR" altLang="en-US" smtClean="0"/>
              <a:t>2025-12-19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974B11-60DB-405B-8211-256C6E06427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6118469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6629400" y="205980"/>
            <a:ext cx="2057400" cy="4388644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457200" y="205980"/>
            <a:ext cx="6019800" cy="4388644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09A68A-AC6E-41FE-B28C-2BB812CC2E01}" type="datetime1">
              <a:rPr lang="ko-KR" altLang="en-US" smtClean="0"/>
              <a:t>2025-12-19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974B11-60DB-405B-8211-256C6E06427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5758578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457200" y="4767264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40F11ED-9D7B-4CCE-A57D-CC1D7760FB25}" type="datetime1">
              <a:rPr lang="ko-KR" altLang="en-US" smtClean="0"/>
              <a:t>2025-12-19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3124200" y="4767264"/>
            <a:ext cx="2895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6553200" y="4767264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E974B11-60DB-405B-8211-256C6E06427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8717441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ctr" defTabSz="914400" rtl="0" eaLnBrk="1" latinLnBrk="1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1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1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.pn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6.PNG"/><Relationship Id="rId5" Type="http://schemas.openxmlformats.org/officeDocument/2006/relationships/hyperlink" Target="http://kolas.nl.go.kr/nltech/index.do" TargetMode="External"/><Relationship Id="rId4" Type="http://schemas.openxmlformats.org/officeDocument/2006/relationships/image" Target="../media/image5.JP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20" descr="https://jessgroopman.files.wordpress.com/2014/02/istock_iotpost_interoperability.png"/>
          <p:cNvPicPr>
            <a:picLocks noChangeAspect="1" noChangeArrowheads="1"/>
          </p:cNvPicPr>
          <p:nvPr/>
        </p:nvPicPr>
        <p:blipFill rotWithShape="1">
          <a:blip r:embed="rId2" cstate="screen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bright="2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/>
              </a:ext>
            </a:extLst>
          </a:blip>
          <a:srcRect l="15721" t="6507"/>
          <a:stretch/>
        </p:blipFill>
        <p:spPr bwMode="auto">
          <a:xfrm flipH="1">
            <a:off x="6777752" y="1532884"/>
            <a:ext cx="1466656" cy="1135982"/>
          </a:xfrm>
          <a:prstGeom prst="rect">
            <a:avLst/>
          </a:prstGeom>
          <a:noFill/>
        </p:spPr>
      </p:pic>
      <p:sp>
        <p:nvSpPr>
          <p:cNvPr id="12" name="TextBox 11"/>
          <p:cNvSpPr txBox="1"/>
          <p:nvPr/>
        </p:nvSpPr>
        <p:spPr>
          <a:xfrm>
            <a:off x="251520" y="2100875"/>
            <a:ext cx="175560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ko-KR" altLang="en-US" sz="2800" b="1" spc="-300" dirty="0" err="1">
                <a:solidFill>
                  <a:schemeClr val="bg2">
                    <a:lumMod val="25000"/>
                  </a:schemeClr>
                </a:solidFill>
                <a:latin typeface="HY헤드라인M" pitchFamily="18" charset="-127"/>
                <a:ea typeface="HY헤드라인M" pitchFamily="18" charset="-127"/>
              </a:rPr>
              <a:t>프로젝트명</a:t>
            </a:r>
            <a:endParaRPr lang="en-US" altLang="ko-KR" sz="2800" b="1" spc="-300" dirty="0">
              <a:solidFill>
                <a:schemeClr val="bg2">
                  <a:lumMod val="25000"/>
                </a:schemeClr>
              </a:solidFill>
              <a:latin typeface="HY헤드라인M" pitchFamily="18" charset="-127"/>
              <a:ea typeface="HY헤드라인M" pitchFamily="18" charset="-127"/>
            </a:endParaRPr>
          </a:p>
        </p:txBody>
      </p:sp>
      <p:cxnSp>
        <p:nvCxnSpPr>
          <p:cNvPr id="14" name="직선 연결선 13"/>
          <p:cNvCxnSpPr/>
          <p:nvPr/>
        </p:nvCxnSpPr>
        <p:spPr>
          <a:xfrm>
            <a:off x="-9216" y="1600392"/>
            <a:ext cx="6755359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직선 연결선 14"/>
          <p:cNvCxnSpPr/>
          <p:nvPr/>
        </p:nvCxnSpPr>
        <p:spPr>
          <a:xfrm>
            <a:off x="-9216" y="2815527"/>
            <a:ext cx="6790255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905846" y="1091375"/>
            <a:ext cx="417021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000" dirty="0">
                <a:latin typeface="가는안상수체" pitchFamily="2" charset="-127"/>
                <a:ea typeface="가는안상수체" pitchFamily="2" charset="-127"/>
              </a:rPr>
              <a:t>2026</a:t>
            </a:r>
            <a:r>
              <a:rPr lang="ko-KR" altLang="en-US" sz="1200" dirty="0">
                <a:latin typeface="가는안상수체" pitchFamily="2" charset="-127"/>
                <a:ea typeface="가는안상수체" pitchFamily="2" charset="-127"/>
              </a:rPr>
              <a:t>년</a:t>
            </a:r>
            <a:r>
              <a:rPr lang="ko-KR" altLang="en-US" sz="2000" spc="-150" dirty="0">
                <a:latin typeface="가는안상수체" pitchFamily="2" charset="-127"/>
                <a:ea typeface="가는안상수체" pitchFamily="2" charset="-127"/>
              </a:rPr>
              <a:t> </a:t>
            </a:r>
            <a:r>
              <a:rPr lang="en-US" altLang="ko-KR" sz="2000" spc="-150" dirty="0">
                <a:latin typeface="가는안상수체" pitchFamily="2" charset="-127"/>
                <a:ea typeface="가는안상수체" pitchFamily="2" charset="-127"/>
              </a:rPr>
              <a:t>01</a:t>
            </a:r>
            <a:r>
              <a:rPr lang="ko-KR" altLang="en-US" sz="1200" spc="-150" dirty="0">
                <a:latin typeface="가는안상수체" pitchFamily="2" charset="-127"/>
                <a:ea typeface="가는안상수체" pitchFamily="2" charset="-127"/>
                <a:cs typeface="Arial Unicode MS" pitchFamily="50" charset="-127"/>
              </a:rPr>
              <a:t>월</a:t>
            </a:r>
            <a:r>
              <a:rPr lang="ko-KR" altLang="en-US" sz="2000" spc="-150" dirty="0">
                <a:latin typeface="가는안상수체" pitchFamily="2" charset="-127"/>
                <a:ea typeface="가는안상수체" pitchFamily="2" charset="-127"/>
              </a:rPr>
              <a:t> </a:t>
            </a:r>
            <a:r>
              <a:rPr lang="en-US" altLang="ko-KR" sz="2000" spc="-150" dirty="0">
                <a:latin typeface="가는안상수체" pitchFamily="2" charset="-127"/>
                <a:ea typeface="가는안상수체" pitchFamily="2" charset="-127"/>
              </a:rPr>
              <a:t> 06</a:t>
            </a:r>
            <a:r>
              <a:rPr lang="ko-KR" altLang="en-US" sz="1200" spc="-150" dirty="0">
                <a:latin typeface="가는안상수체" pitchFamily="2" charset="-127"/>
                <a:ea typeface="가는안상수체" pitchFamily="2" charset="-127"/>
                <a:cs typeface="Arial Unicode MS" pitchFamily="50" charset="-127"/>
              </a:rPr>
              <a:t>일</a:t>
            </a:r>
            <a:r>
              <a:rPr lang="en-US" altLang="ko-KR" sz="2000" spc="-150" dirty="0">
                <a:latin typeface="가는안상수체" pitchFamily="2" charset="-127"/>
                <a:ea typeface="가는안상수체" pitchFamily="2" charset="-127"/>
              </a:rPr>
              <a:t>  </a:t>
            </a:r>
            <a:r>
              <a:rPr lang="ko-KR" altLang="en-US" sz="2000" spc="-150" dirty="0">
                <a:latin typeface="가는안상수체" pitchFamily="2" charset="-127"/>
                <a:ea typeface="가는안상수체" pitchFamily="2" charset="-127"/>
              </a:rPr>
              <a:t>화</a:t>
            </a:r>
            <a:r>
              <a:rPr lang="ko-KR" altLang="en-US" sz="1200" spc="-150" dirty="0">
                <a:latin typeface="가는안상수체" pitchFamily="2" charset="-127"/>
                <a:ea typeface="가는안상수체" pitchFamily="2" charset="-127"/>
                <a:cs typeface="Arial Unicode MS" pitchFamily="50" charset="-127"/>
              </a:rPr>
              <a:t>요일</a:t>
            </a:r>
            <a:r>
              <a:rPr lang="ko-KR" altLang="en-US" sz="2000" spc="-150" dirty="0">
                <a:latin typeface="가는안상수체" pitchFamily="2" charset="-127"/>
                <a:ea typeface="가는안상수체" pitchFamily="2" charset="-127"/>
              </a:rPr>
              <a:t> </a:t>
            </a:r>
            <a:r>
              <a:rPr lang="en-US" altLang="ko-KR" sz="2000" spc="-150" dirty="0">
                <a:latin typeface="가는안상수체" pitchFamily="2" charset="-127"/>
                <a:ea typeface="가는안상수체" pitchFamily="2" charset="-127"/>
              </a:rPr>
              <a:t> 9</a:t>
            </a:r>
            <a:r>
              <a:rPr lang="ko-KR" altLang="en-US" sz="1200" spc="-150" dirty="0">
                <a:latin typeface="가는안상수체" pitchFamily="2" charset="-127"/>
                <a:ea typeface="가는안상수체" pitchFamily="2" charset="-127"/>
                <a:cs typeface="Arial Unicode MS" pitchFamily="50" charset="-127"/>
              </a:rPr>
              <a:t>시</a:t>
            </a:r>
            <a:r>
              <a:rPr lang="en-US" altLang="ko-KR" sz="1200" spc="-150">
                <a:latin typeface="가는안상수체" pitchFamily="2" charset="-127"/>
                <a:ea typeface="가는안상수체" pitchFamily="2" charset="-127"/>
              </a:rPr>
              <a:t> </a:t>
            </a:r>
            <a:r>
              <a:rPr lang="en-US" altLang="ko-KR" sz="2000" spc="-150">
                <a:latin typeface="가는안상수체" pitchFamily="2" charset="-127"/>
                <a:ea typeface="가는안상수체" pitchFamily="2" charset="-127"/>
              </a:rPr>
              <a:t>40</a:t>
            </a:r>
            <a:r>
              <a:rPr lang="ko-KR" altLang="en-US" sz="1200" spc="-150" dirty="0">
                <a:latin typeface="가는안상수체" pitchFamily="2" charset="-127"/>
                <a:ea typeface="가는안상수체" pitchFamily="2" charset="-127"/>
                <a:cs typeface="Arial Unicode MS" pitchFamily="50" charset="-127"/>
              </a:rPr>
              <a:t>분</a:t>
            </a:r>
            <a:endParaRPr lang="ko-KR" altLang="en-US" sz="1200" spc="-150" dirty="0">
              <a:latin typeface="가는안상수체" pitchFamily="2" charset="-127"/>
              <a:ea typeface="가는안상수체" pitchFamily="2" charset="-127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2666918" y="3001838"/>
            <a:ext cx="456937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b="1">
                <a:solidFill>
                  <a:srgbClr val="FFC000"/>
                </a:solidFill>
              </a:rPr>
              <a:t>기업맞춤형 </a:t>
            </a:r>
            <a:r>
              <a:rPr lang="en-US" altLang="ko-KR" b="1">
                <a:solidFill>
                  <a:srgbClr val="FFC000"/>
                </a:solidFill>
              </a:rPr>
              <a:t>AI-X </a:t>
            </a:r>
            <a:r>
              <a:rPr lang="ko-KR" altLang="en-US" b="1">
                <a:solidFill>
                  <a:srgbClr val="FFC000"/>
                </a:solidFill>
              </a:rPr>
              <a:t>융복합 인재 양성 교육</a:t>
            </a:r>
            <a:endParaRPr lang="ko-KR" altLang="en-US" b="1" dirty="0">
              <a:solidFill>
                <a:srgbClr val="FFC000"/>
              </a:solidFill>
            </a:endParaRPr>
          </a:p>
        </p:txBody>
      </p:sp>
      <p:pic>
        <p:nvPicPr>
          <p:cNvPr id="3" name="그림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19924669">
            <a:off x="6832676" y="3537505"/>
            <a:ext cx="2316113" cy="1679016"/>
          </a:xfrm>
          <a:prstGeom prst="rect">
            <a:avLst/>
          </a:prstGeom>
        </p:spPr>
      </p:pic>
      <p:pic>
        <p:nvPicPr>
          <p:cNvPr id="10" name="그림 9"/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9512" y="969875"/>
            <a:ext cx="576064" cy="5760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8761609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제목 1"/>
          <p:cNvSpPr txBox="1">
            <a:spLocks/>
          </p:cNvSpPr>
          <p:nvPr/>
        </p:nvSpPr>
        <p:spPr>
          <a:xfrm>
            <a:off x="611191" y="205980"/>
            <a:ext cx="2530475" cy="583406"/>
          </a:xfrm>
          <a:prstGeom prst="rect">
            <a:avLst/>
          </a:prstGeom>
        </p:spPr>
        <p:txBody>
          <a:bodyPr/>
          <a:lstStyle>
            <a:lvl1pPr algn="ctr" defTabSz="914400" rtl="0" eaLnBrk="1" latinLnBrk="1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altLang="ko-KR" sz="3200" b="1" dirty="0">
                <a:solidFill>
                  <a:srgbClr val="756B5F"/>
                </a:solidFill>
              </a:rPr>
              <a:t>INDEX</a:t>
            </a:r>
            <a:endParaRPr lang="ko-KR" altLang="en-US" sz="3200" b="1" dirty="0">
              <a:solidFill>
                <a:srgbClr val="756B5F"/>
              </a:solidFill>
            </a:endParaRPr>
          </a:p>
        </p:txBody>
      </p:sp>
      <p:sp>
        <p:nvSpPr>
          <p:cNvPr id="5" name="직사각형 4"/>
          <p:cNvSpPr/>
          <p:nvPr/>
        </p:nvSpPr>
        <p:spPr>
          <a:xfrm>
            <a:off x="2816994" y="0"/>
            <a:ext cx="5904012" cy="5118939"/>
          </a:xfrm>
          <a:prstGeom prst="rect">
            <a:avLst/>
          </a:prstGeom>
          <a:solidFill>
            <a:srgbClr val="987C4D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lnSpc>
                <a:spcPct val="180000"/>
              </a:lnSpc>
              <a:defRPr/>
            </a:pPr>
            <a:endParaRPr lang="ko-KR" altLang="en-US">
              <a:solidFill>
                <a:srgbClr val="C00000"/>
              </a:solidFill>
            </a:endParaRPr>
          </a:p>
        </p:txBody>
      </p:sp>
      <p:sp>
        <p:nvSpPr>
          <p:cNvPr id="6" name="내용 개체 틀 2"/>
          <p:cNvSpPr txBox="1">
            <a:spLocks/>
          </p:cNvSpPr>
          <p:nvPr/>
        </p:nvSpPr>
        <p:spPr>
          <a:xfrm>
            <a:off x="2870969" y="0"/>
            <a:ext cx="5796062" cy="5186528"/>
          </a:xfrm>
          <a:prstGeom prst="rect">
            <a:avLst/>
          </a:prstGeom>
        </p:spPr>
        <p:txBody>
          <a:bodyPr rtlCol="0">
            <a:noAutofit/>
          </a:bodyPr>
          <a:lstStyle>
            <a:lvl1pPr marL="342900" indent="-3429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1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80000"/>
              </a:lnSpc>
              <a:defRPr/>
            </a:pPr>
            <a:r>
              <a:rPr lang="ko-KR" altLang="en-US" sz="600" b="1">
                <a:solidFill>
                  <a:schemeClr val="bg1"/>
                </a:solidFill>
                <a:latin typeface="+mn-ea"/>
              </a:rPr>
              <a:t>서론</a:t>
            </a:r>
            <a:endParaRPr lang="en-US" altLang="ko-KR" sz="600" b="1">
              <a:solidFill>
                <a:schemeClr val="bg1"/>
              </a:solidFill>
              <a:latin typeface="+mn-ea"/>
            </a:endParaRPr>
          </a:p>
          <a:p>
            <a:pPr lvl="1">
              <a:lnSpc>
                <a:spcPct val="180000"/>
              </a:lnSpc>
              <a:buFont typeface="+mj-lt"/>
              <a:buAutoNum type="arabicPeriod"/>
              <a:defRPr/>
            </a:pPr>
            <a:r>
              <a:rPr lang="ko-KR" altLang="en-US" sz="600" b="1">
                <a:solidFill>
                  <a:schemeClr val="bg1"/>
                </a:solidFill>
                <a:latin typeface="+mn-ea"/>
              </a:rPr>
              <a:t>주제선정 및 배경</a:t>
            </a:r>
            <a:r>
              <a:rPr lang="en-US" altLang="ko-KR" sz="600" b="1">
                <a:solidFill>
                  <a:schemeClr val="bg1"/>
                </a:solidFill>
                <a:latin typeface="+mn-ea"/>
              </a:rPr>
              <a:t>, </a:t>
            </a:r>
            <a:r>
              <a:rPr lang="ko-KR" altLang="en-US" sz="600" b="1">
                <a:solidFill>
                  <a:schemeClr val="bg1"/>
                </a:solidFill>
                <a:latin typeface="+mn-ea"/>
              </a:rPr>
              <a:t>참조사례</a:t>
            </a:r>
            <a:r>
              <a:rPr lang="en-US" altLang="ko-KR" sz="600" b="1">
                <a:solidFill>
                  <a:schemeClr val="bg1"/>
                </a:solidFill>
                <a:latin typeface="+mn-ea"/>
              </a:rPr>
              <a:t>(</a:t>
            </a:r>
            <a:r>
              <a:rPr lang="ko-KR" altLang="en-US" sz="600" b="1">
                <a:solidFill>
                  <a:schemeClr val="bg1"/>
                </a:solidFill>
                <a:latin typeface="+mn-ea"/>
              </a:rPr>
              <a:t>있으면</a:t>
            </a:r>
            <a:r>
              <a:rPr lang="en-US" altLang="ko-KR" sz="600" b="1">
                <a:solidFill>
                  <a:schemeClr val="bg1"/>
                </a:solidFill>
                <a:latin typeface="+mn-ea"/>
              </a:rPr>
              <a:t>)</a:t>
            </a:r>
          </a:p>
          <a:p>
            <a:pPr lvl="1">
              <a:lnSpc>
                <a:spcPct val="180000"/>
              </a:lnSpc>
              <a:buFont typeface="+mj-lt"/>
              <a:buAutoNum type="arabicPeriod"/>
              <a:defRPr/>
            </a:pPr>
            <a:r>
              <a:rPr lang="ko-KR" altLang="en-US" sz="600" b="1">
                <a:solidFill>
                  <a:schemeClr val="bg1"/>
                </a:solidFill>
                <a:latin typeface="+mn-ea"/>
              </a:rPr>
              <a:t>목표</a:t>
            </a:r>
            <a:endParaRPr lang="en-US" altLang="ko-KR" sz="600" b="1">
              <a:solidFill>
                <a:schemeClr val="bg1"/>
              </a:solidFill>
              <a:latin typeface="+mn-ea"/>
            </a:endParaRPr>
          </a:p>
          <a:p>
            <a:pPr lvl="1">
              <a:lnSpc>
                <a:spcPct val="180000"/>
              </a:lnSpc>
              <a:buFont typeface="+mj-lt"/>
              <a:buAutoNum type="arabicPeriod"/>
              <a:defRPr/>
            </a:pPr>
            <a:r>
              <a:rPr lang="ko-KR" altLang="en-US" sz="600" b="1">
                <a:solidFill>
                  <a:schemeClr val="bg1"/>
                </a:solidFill>
                <a:latin typeface="+mn-ea"/>
              </a:rPr>
              <a:t>업무분장</a:t>
            </a:r>
            <a:endParaRPr lang="en-US" altLang="ko-KR" sz="600" b="1">
              <a:solidFill>
                <a:schemeClr val="bg1"/>
              </a:solidFill>
              <a:latin typeface="+mn-ea"/>
            </a:endParaRPr>
          </a:p>
          <a:p>
            <a:pPr lvl="1">
              <a:lnSpc>
                <a:spcPct val="180000"/>
              </a:lnSpc>
              <a:buFont typeface="+mj-lt"/>
              <a:buAutoNum type="arabicPeriod"/>
              <a:defRPr/>
            </a:pPr>
            <a:r>
              <a:rPr lang="ko-KR" altLang="en-US" sz="600" b="1">
                <a:solidFill>
                  <a:schemeClr val="bg1"/>
                </a:solidFill>
                <a:latin typeface="+mn-ea"/>
              </a:rPr>
              <a:t>일정 및 개발환경</a:t>
            </a:r>
            <a:endParaRPr lang="en-US" altLang="ko-KR" sz="600" b="1">
              <a:solidFill>
                <a:schemeClr val="bg1"/>
              </a:solidFill>
              <a:latin typeface="+mn-ea"/>
            </a:endParaRPr>
          </a:p>
          <a:p>
            <a:pPr>
              <a:lnSpc>
                <a:spcPct val="180000"/>
              </a:lnSpc>
              <a:defRPr/>
            </a:pPr>
            <a:r>
              <a:rPr lang="ko-KR" altLang="en-US" sz="1000" b="1">
                <a:solidFill>
                  <a:schemeClr val="bg1"/>
                </a:solidFill>
                <a:latin typeface="+mn-ea"/>
              </a:rPr>
              <a:t>데이터 전처리</a:t>
            </a:r>
            <a:endParaRPr lang="en-US" altLang="ko-KR" sz="1000" b="1">
              <a:solidFill>
                <a:schemeClr val="bg1"/>
              </a:solidFill>
              <a:latin typeface="+mn-ea"/>
            </a:endParaRPr>
          </a:p>
          <a:p>
            <a:pPr marL="685800" lvl="1" indent="-228600">
              <a:lnSpc>
                <a:spcPct val="180000"/>
              </a:lnSpc>
              <a:buFont typeface="+mj-lt"/>
              <a:buAutoNum type="arabicPeriod"/>
              <a:defRPr/>
            </a:pPr>
            <a:r>
              <a:rPr lang="ko-KR" altLang="en-US" sz="600" b="1">
                <a:solidFill>
                  <a:schemeClr val="bg1"/>
                </a:solidFill>
                <a:latin typeface="+mn-ea"/>
              </a:rPr>
              <a:t>개념정의</a:t>
            </a:r>
            <a:endParaRPr lang="en-US" altLang="ko-KR" sz="600" b="1">
              <a:solidFill>
                <a:schemeClr val="bg1"/>
              </a:solidFill>
              <a:latin typeface="+mn-ea"/>
            </a:endParaRPr>
          </a:p>
          <a:p>
            <a:pPr marL="685800" lvl="1" indent="-228600">
              <a:lnSpc>
                <a:spcPct val="180000"/>
              </a:lnSpc>
              <a:buFont typeface="+mj-lt"/>
              <a:buAutoNum type="arabicPeriod"/>
              <a:defRPr/>
            </a:pPr>
            <a:r>
              <a:rPr lang="ko-KR" altLang="en-US" sz="600" b="1">
                <a:solidFill>
                  <a:schemeClr val="bg1"/>
                </a:solidFill>
                <a:latin typeface="+mn-ea"/>
              </a:rPr>
              <a:t>활용데이터</a:t>
            </a:r>
            <a:endParaRPr lang="en-US" altLang="ko-KR" sz="600" b="1">
              <a:solidFill>
                <a:schemeClr val="bg1"/>
              </a:solidFill>
              <a:latin typeface="+mn-ea"/>
            </a:endParaRPr>
          </a:p>
          <a:p>
            <a:pPr marL="685800" lvl="1" indent="-228600">
              <a:lnSpc>
                <a:spcPct val="180000"/>
              </a:lnSpc>
              <a:buFont typeface="+mj-lt"/>
              <a:buAutoNum type="arabicPeriod"/>
              <a:defRPr/>
            </a:pPr>
            <a:r>
              <a:rPr lang="ko-KR" altLang="en-US" sz="600" b="1">
                <a:solidFill>
                  <a:schemeClr val="bg1"/>
                </a:solidFill>
                <a:latin typeface="+mn-ea"/>
              </a:rPr>
              <a:t>자료 정제 및 병합</a:t>
            </a:r>
            <a:endParaRPr lang="en-US" altLang="ko-KR" sz="600" b="1">
              <a:solidFill>
                <a:schemeClr val="bg1"/>
              </a:solidFill>
              <a:latin typeface="+mn-ea"/>
            </a:endParaRPr>
          </a:p>
          <a:p>
            <a:pPr marL="685800" lvl="1" indent="-228600">
              <a:lnSpc>
                <a:spcPct val="180000"/>
              </a:lnSpc>
              <a:buFont typeface="+mj-lt"/>
              <a:buAutoNum type="arabicPeriod"/>
              <a:defRPr/>
            </a:pPr>
            <a:r>
              <a:rPr lang="ko-KR" altLang="en-US" sz="600" b="1">
                <a:solidFill>
                  <a:schemeClr val="bg1"/>
                </a:solidFill>
                <a:latin typeface="+mn-ea"/>
              </a:rPr>
              <a:t>가중치 산출츨 위한 상관분석 및 그룹화</a:t>
            </a:r>
            <a:r>
              <a:rPr lang="en-US" altLang="ko-KR" sz="600" b="1">
                <a:solidFill>
                  <a:schemeClr val="bg1"/>
                </a:solidFill>
                <a:latin typeface="+mn-ea"/>
              </a:rPr>
              <a:t>,</a:t>
            </a:r>
            <a:r>
              <a:rPr lang="ko-KR" altLang="en-US" sz="600" b="1">
                <a:solidFill>
                  <a:schemeClr val="bg1"/>
                </a:solidFill>
                <a:latin typeface="+mn-ea"/>
              </a:rPr>
              <a:t> 시각화</a:t>
            </a:r>
            <a:endParaRPr lang="en-US" altLang="ko-KR" sz="600" b="1">
              <a:solidFill>
                <a:schemeClr val="bg1"/>
              </a:solidFill>
              <a:latin typeface="+mn-ea"/>
            </a:endParaRPr>
          </a:p>
          <a:p>
            <a:pPr marL="685800" lvl="1" indent="-228600">
              <a:lnSpc>
                <a:spcPct val="180000"/>
              </a:lnSpc>
              <a:buFont typeface="+mj-lt"/>
              <a:buAutoNum type="arabicPeriod"/>
              <a:defRPr/>
            </a:pPr>
            <a:r>
              <a:rPr lang="ko-KR" altLang="en-US" sz="600" b="1">
                <a:solidFill>
                  <a:schemeClr val="bg1"/>
                </a:solidFill>
                <a:latin typeface="+mn-ea"/>
              </a:rPr>
              <a:t>키워드 분석  및 트렌드 분석 </a:t>
            </a:r>
            <a:endParaRPr lang="en-US" altLang="ko-KR" sz="600" b="1" dirty="0">
              <a:solidFill>
                <a:schemeClr val="bg1"/>
              </a:solidFill>
              <a:latin typeface="+mn-ea"/>
            </a:endParaRPr>
          </a:p>
          <a:p>
            <a:pPr indent="-285750">
              <a:lnSpc>
                <a:spcPct val="180000"/>
              </a:lnSpc>
              <a:defRPr/>
            </a:pPr>
            <a:r>
              <a:rPr lang="en-US" altLang="ko-KR" sz="1000" b="1">
                <a:solidFill>
                  <a:schemeClr val="bg1"/>
                </a:solidFill>
                <a:latin typeface="+mn-ea"/>
              </a:rPr>
              <a:t>Machine Learning &amp; Deep Neural Network Model </a:t>
            </a:r>
            <a:r>
              <a:rPr lang="ko-KR" altLang="en-US" sz="1000" b="1">
                <a:solidFill>
                  <a:schemeClr val="bg1"/>
                </a:solidFill>
                <a:latin typeface="+mn-ea"/>
              </a:rPr>
              <a:t>구현</a:t>
            </a:r>
            <a:endParaRPr lang="en-US" altLang="ko-KR" sz="1000" b="1" dirty="0">
              <a:solidFill>
                <a:schemeClr val="bg1"/>
              </a:solidFill>
              <a:latin typeface="+mn-ea"/>
            </a:endParaRPr>
          </a:p>
          <a:p>
            <a:pPr marL="685800" lvl="1" indent="-228600">
              <a:lnSpc>
                <a:spcPct val="180000"/>
              </a:lnSpc>
              <a:buFont typeface="+mj-lt"/>
              <a:buAutoNum type="arabicPeriod"/>
              <a:defRPr/>
            </a:pPr>
            <a:r>
              <a:rPr lang="en-US" altLang="ko-KR" sz="600" b="1">
                <a:solidFill>
                  <a:schemeClr val="bg1"/>
                </a:solidFill>
                <a:latin typeface="+mn-ea"/>
              </a:rPr>
              <a:t>K-means</a:t>
            </a:r>
          </a:p>
          <a:p>
            <a:pPr marL="685800" lvl="1" indent="-228600">
              <a:lnSpc>
                <a:spcPct val="180000"/>
              </a:lnSpc>
              <a:buFont typeface="+mj-lt"/>
              <a:buAutoNum type="arabicPeriod"/>
              <a:defRPr/>
            </a:pPr>
            <a:r>
              <a:rPr lang="en-US" altLang="ko-KR" sz="600" b="1">
                <a:solidFill>
                  <a:schemeClr val="bg1"/>
                </a:solidFill>
                <a:latin typeface="+mn-ea"/>
              </a:rPr>
              <a:t>xxx</a:t>
            </a:r>
          </a:p>
          <a:p>
            <a:pPr marL="685800" lvl="1" indent="-228600">
              <a:lnSpc>
                <a:spcPct val="180000"/>
              </a:lnSpc>
              <a:buFont typeface="+mj-lt"/>
              <a:buAutoNum type="arabicPeriod"/>
              <a:defRPr/>
            </a:pPr>
            <a:r>
              <a:rPr lang="en-US" altLang="ko-KR" sz="600" b="1">
                <a:solidFill>
                  <a:schemeClr val="bg1"/>
                </a:solidFill>
                <a:latin typeface="+mn-ea"/>
              </a:rPr>
              <a:t>xxx</a:t>
            </a:r>
          </a:p>
          <a:p>
            <a:pPr marL="285750" indent="-228600">
              <a:lnSpc>
                <a:spcPct val="180000"/>
              </a:lnSpc>
              <a:defRPr/>
            </a:pPr>
            <a:r>
              <a:rPr lang="ko-KR" altLang="en-US" sz="1000" b="1">
                <a:solidFill>
                  <a:schemeClr val="bg1"/>
                </a:solidFill>
                <a:latin typeface="+mn-ea"/>
              </a:rPr>
              <a:t>웹 서비스 구현</a:t>
            </a:r>
            <a:endParaRPr lang="en-US" altLang="ko-KR" sz="1000" b="1">
              <a:solidFill>
                <a:schemeClr val="bg1"/>
              </a:solidFill>
              <a:latin typeface="+mn-ea"/>
            </a:endParaRPr>
          </a:p>
          <a:p>
            <a:pPr marL="685800" lvl="1" indent="-228600">
              <a:lnSpc>
                <a:spcPct val="180000"/>
              </a:lnSpc>
              <a:buFont typeface="+mj-lt"/>
              <a:buAutoNum type="arabicPeriod"/>
              <a:defRPr/>
            </a:pPr>
            <a:r>
              <a:rPr lang="ko-KR" altLang="en-US" sz="500" b="1">
                <a:solidFill>
                  <a:schemeClr val="bg1"/>
                </a:solidFill>
                <a:latin typeface="+mn-ea"/>
              </a:rPr>
              <a:t>작업분할도 </a:t>
            </a:r>
            <a:r>
              <a:rPr lang="en-US" altLang="ko-KR" sz="500" b="1">
                <a:solidFill>
                  <a:schemeClr val="bg1"/>
                </a:solidFill>
                <a:latin typeface="+mn-ea"/>
              </a:rPr>
              <a:t>&amp; </a:t>
            </a:r>
            <a:r>
              <a:rPr lang="ko-KR" altLang="en-US" sz="500" b="1">
                <a:solidFill>
                  <a:schemeClr val="bg1"/>
                </a:solidFill>
                <a:latin typeface="+mn-ea"/>
              </a:rPr>
              <a:t>순차 다이어그램</a:t>
            </a:r>
            <a:r>
              <a:rPr lang="en-US" altLang="ko-KR" sz="500" b="1">
                <a:solidFill>
                  <a:schemeClr val="bg1"/>
                </a:solidFill>
                <a:latin typeface="+mn-ea"/>
              </a:rPr>
              <a:t>(UML)</a:t>
            </a:r>
          </a:p>
          <a:p>
            <a:pPr marL="685800" lvl="1" indent="-228600">
              <a:lnSpc>
                <a:spcPct val="180000"/>
              </a:lnSpc>
              <a:buFont typeface="+mj-lt"/>
              <a:buAutoNum type="arabicPeriod"/>
              <a:defRPr/>
            </a:pPr>
            <a:r>
              <a:rPr lang="ko-KR" altLang="en-US" sz="500" b="1">
                <a:solidFill>
                  <a:schemeClr val="bg1"/>
                </a:solidFill>
                <a:latin typeface="+mn-ea"/>
              </a:rPr>
              <a:t>화면 시연</a:t>
            </a:r>
            <a:endParaRPr lang="en-US" altLang="ko-KR" sz="500" b="1">
              <a:solidFill>
                <a:schemeClr val="bg1"/>
              </a:solidFill>
              <a:latin typeface="+mn-ea"/>
            </a:endParaRPr>
          </a:p>
          <a:p>
            <a:pPr marL="285750" indent="-228600">
              <a:lnSpc>
                <a:spcPct val="180000"/>
              </a:lnSpc>
              <a:defRPr/>
            </a:pPr>
            <a:r>
              <a:rPr lang="ko-KR" altLang="en-US" sz="1000" b="1">
                <a:solidFill>
                  <a:schemeClr val="bg1"/>
                </a:solidFill>
                <a:latin typeface="+mn-ea"/>
              </a:rPr>
              <a:t>결론</a:t>
            </a:r>
            <a:endParaRPr lang="en-US" altLang="ko-KR" sz="1000" b="1" dirty="0">
              <a:solidFill>
                <a:schemeClr val="bg1"/>
              </a:solidFill>
              <a:latin typeface="+mn-ea"/>
            </a:endParaRPr>
          </a:p>
          <a:p>
            <a:pPr marL="685800" lvl="1" indent="-228600">
              <a:lnSpc>
                <a:spcPct val="180000"/>
              </a:lnSpc>
              <a:buFont typeface="+mj-lt"/>
              <a:buAutoNum type="arabicPeriod"/>
              <a:defRPr/>
            </a:pPr>
            <a:r>
              <a:rPr lang="ko-KR" altLang="en-US" sz="600" b="1">
                <a:solidFill>
                  <a:schemeClr val="bg1"/>
                </a:solidFill>
                <a:latin typeface="+mn-ea"/>
              </a:rPr>
              <a:t>최종 결과(기존 시스템에 기여하는 결과</a:t>
            </a:r>
            <a:r>
              <a:rPr lang="en-US" altLang="ko-KR" sz="600" b="1">
                <a:solidFill>
                  <a:schemeClr val="bg1"/>
                </a:solidFill>
                <a:latin typeface="+mn-ea"/>
              </a:rPr>
              <a:t>)</a:t>
            </a:r>
          </a:p>
          <a:p>
            <a:pPr marL="685800" lvl="1" indent="-228600">
              <a:lnSpc>
                <a:spcPct val="180000"/>
              </a:lnSpc>
              <a:buFont typeface="+mj-lt"/>
              <a:buAutoNum type="arabicPeriod"/>
              <a:defRPr/>
            </a:pPr>
            <a:r>
              <a:rPr lang="ko-KR" altLang="en-US" sz="600" b="1">
                <a:solidFill>
                  <a:schemeClr val="bg1"/>
                </a:solidFill>
                <a:latin typeface="+mn-ea"/>
              </a:rPr>
              <a:t>연구의 </a:t>
            </a:r>
            <a:r>
              <a:rPr lang="ko-KR" altLang="en-US" sz="600" b="1" dirty="0">
                <a:solidFill>
                  <a:schemeClr val="bg1"/>
                </a:solidFill>
                <a:latin typeface="+mn-ea"/>
              </a:rPr>
              <a:t>결과 및 시사점</a:t>
            </a:r>
            <a:endParaRPr lang="en-US" altLang="ko-KR" sz="600" b="1" dirty="0">
              <a:solidFill>
                <a:schemeClr val="bg1"/>
              </a:solidFill>
              <a:latin typeface="+mn-ea"/>
            </a:endParaRPr>
          </a:p>
          <a:p>
            <a:pPr marL="685800" lvl="1" indent="-228600">
              <a:lnSpc>
                <a:spcPct val="180000"/>
              </a:lnSpc>
              <a:buFont typeface="+mj-lt"/>
              <a:buAutoNum type="arabicPeriod"/>
              <a:defRPr/>
            </a:pPr>
            <a:r>
              <a:rPr lang="ko-KR" altLang="en-US" sz="600" b="1" dirty="0">
                <a:solidFill>
                  <a:schemeClr val="bg1"/>
                </a:solidFill>
                <a:latin typeface="+mn-ea"/>
              </a:rPr>
              <a:t>연구 한계 및 향후 </a:t>
            </a:r>
            <a:r>
              <a:rPr lang="ko-KR" altLang="en-US" sz="600" b="1">
                <a:solidFill>
                  <a:schemeClr val="bg1"/>
                </a:solidFill>
                <a:latin typeface="+mn-ea"/>
              </a:rPr>
              <a:t>연구 방향</a:t>
            </a:r>
            <a:endParaRPr lang="en-US" altLang="ko-KR" sz="600" b="1">
              <a:solidFill>
                <a:schemeClr val="bg1"/>
              </a:solidFill>
              <a:latin typeface="+mn-ea"/>
            </a:endParaRPr>
          </a:p>
          <a:p>
            <a:pPr marL="685800" lvl="1" indent="-228600">
              <a:lnSpc>
                <a:spcPct val="180000"/>
              </a:lnSpc>
              <a:buFont typeface="+mj-lt"/>
              <a:buAutoNum type="arabicPeriod"/>
              <a:defRPr/>
            </a:pPr>
            <a:r>
              <a:rPr lang="ko-KR" altLang="en-US" sz="600" b="1">
                <a:solidFill>
                  <a:schemeClr val="bg1"/>
                </a:solidFill>
                <a:latin typeface="+mn-ea"/>
              </a:rPr>
              <a:t>참고문헌 및 사용데이터 출천</a:t>
            </a:r>
            <a:endParaRPr lang="en-US" altLang="ko-KR" sz="600" b="1" dirty="0">
              <a:solidFill>
                <a:schemeClr val="bg1"/>
              </a:solidFill>
              <a:latin typeface="+mn-ea"/>
            </a:endParaRPr>
          </a:p>
        </p:txBody>
      </p:sp>
      <p:sp>
        <p:nvSpPr>
          <p:cNvPr id="2" name="슬라이드 번호 개체 틀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974B11-60DB-405B-8211-256C6E064270}" type="slidenum">
              <a:rPr lang="ko-KR" altLang="en-US" smtClean="0"/>
              <a:t>2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91022615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Box 9"/>
          <p:cNvSpPr txBox="1"/>
          <p:nvPr/>
        </p:nvSpPr>
        <p:spPr>
          <a:xfrm>
            <a:off x="323528" y="998905"/>
            <a:ext cx="8428759" cy="367858"/>
          </a:xfrm>
          <a:prstGeom prst="rect">
            <a:avLst/>
          </a:prstGeom>
          <a:solidFill>
            <a:srgbClr val="987C4D">
              <a:alpha val="50000"/>
            </a:srgbClr>
          </a:solidFill>
        </p:spPr>
        <p:txBody>
          <a:bodyPr wrap="square" bIns="0" rtlCol="0" anchor="ctr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1600" dirty="0">
                <a:solidFill>
                  <a:srgbClr val="464646"/>
                </a:solidFill>
                <a:latin typeface="+mn-ea"/>
              </a:rPr>
              <a:t> </a:t>
            </a:r>
            <a:r>
              <a:rPr lang="ko-KR" altLang="en-US" sz="1600" dirty="0">
                <a:solidFill>
                  <a:srgbClr val="464646"/>
                </a:solidFill>
                <a:latin typeface="+mn-ea"/>
              </a:rPr>
              <a:t>본 프로젝트에 대한 대표적 주제 내용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9512" y="1524292"/>
            <a:ext cx="8784976" cy="4542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ko-KR" altLang="en-US">
                <a:latin typeface="+mn-ea"/>
              </a:rPr>
              <a:t>이론적 배경</a:t>
            </a:r>
            <a:endParaRPr lang="ko-KR" altLang="en-US" dirty="0">
              <a:solidFill>
                <a:srgbClr val="464646"/>
              </a:solidFill>
              <a:latin typeface="+mn-ea"/>
            </a:endParaRP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>
          <a:xfrm>
            <a:off x="6876256" y="4785996"/>
            <a:ext cx="2133600" cy="273844"/>
          </a:xfrm>
        </p:spPr>
        <p:txBody>
          <a:bodyPr/>
          <a:lstStyle/>
          <a:p>
            <a:fld id="{8E974B11-60DB-405B-8211-256C6E064270}" type="slidenum">
              <a:rPr lang="ko-KR" altLang="en-US" smtClean="0"/>
              <a:t>3</a:t>
            </a:fld>
            <a:endParaRPr lang="ko-KR" altLang="en-US" dirty="0"/>
          </a:p>
        </p:txBody>
      </p:sp>
      <p:sp>
        <p:nvSpPr>
          <p:cNvPr id="8" name="TextBox 7"/>
          <p:cNvSpPr txBox="1"/>
          <p:nvPr/>
        </p:nvSpPr>
        <p:spPr>
          <a:xfrm>
            <a:off x="179512" y="52597"/>
            <a:ext cx="167712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b="1">
                <a:solidFill>
                  <a:srgbClr val="756B5F"/>
                </a:solidFill>
              </a:rPr>
              <a:t>1. </a:t>
            </a:r>
            <a:r>
              <a:rPr lang="ko-KR" altLang="en-US" b="1">
                <a:solidFill>
                  <a:srgbClr val="756B5F"/>
                </a:solidFill>
              </a:rPr>
              <a:t>서론</a:t>
            </a:r>
            <a:endParaRPr lang="ko-KR" altLang="en-US" b="1" dirty="0">
              <a:solidFill>
                <a:srgbClr val="756B5F"/>
              </a:solidFill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323530" y="483518"/>
            <a:ext cx="842875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400">
                <a:solidFill>
                  <a:srgbClr val="464646"/>
                </a:solidFill>
                <a:latin typeface="+mn-ea"/>
              </a:rPr>
              <a:t>1-1. </a:t>
            </a:r>
            <a:r>
              <a:rPr lang="ko-KR" altLang="en-US" sz="1400">
                <a:solidFill>
                  <a:srgbClr val="464646"/>
                </a:solidFill>
                <a:latin typeface="+mn-ea"/>
              </a:rPr>
              <a:t>주제 선정 및 배경</a:t>
            </a:r>
            <a:endParaRPr lang="ko-KR" altLang="en-US" sz="1400" dirty="0">
              <a:solidFill>
                <a:srgbClr val="464646"/>
              </a:solidFill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21572510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직사각형 11"/>
          <p:cNvSpPr/>
          <p:nvPr/>
        </p:nvSpPr>
        <p:spPr>
          <a:xfrm>
            <a:off x="0" y="3924076"/>
            <a:ext cx="9144000" cy="1239962"/>
          </a:xfrm>
          <a:prstGeom prst="rect">
            <a:avLst/>
          </a:prstGeom>
          <a:solidFill>
            <a:srgbClr val="987C4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0" name="TextBox 9"/>
          <p:cNvSpPr txBox="1"/>
          <p:nvPr/>
        </p:nvSpPr>
        <p:spPr>
          <a:xfrm>
            <a:off x="323530" y="483518"/>
            <a:ext cx="842875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400">
                <a:solidFill>
                  <a:srgbClr val="464646"/>
                </a:solidFill>
                <a:latin typeface="+mn-ea"/>
              </a:rPr>
              <a:t>1.2 </a:t>
            </a:r>
            <a:r>
              <a:rPr lang="ko-KR" altLang="en-US" sz="1400">
                <a:solidFill>
                  <a:srgbClr val="464646"/>
                </a:solidFill>
                <a:latin typeface="+mn-ea"/>
              </a:rPr>
              <a:t>참조 사례</a:t>
            </a:r>
            <a:endParaRPr lang="en-US" altLang="ko-KR" sz="1400" dirty="0">
              <a:solidFill>
                <a:srgbClr val="464646"/>
              </a:solidFill>
              <a:latin typeface="+mn-ea"/>
            </a:endParaRPr>
          </a:p>
          <a:p>
            <a:r>
              <a:rPr lang="ko-KR" altLang="en-US" sz="1400" dirty="0">
                <a:solidFill>
                  <a:srgbClr val="464646"/>
                </a:solidFill>
                <a:latin typeface="+mn-ea"/>
              </a:rPr>
              <a:t>기존에 운용되고 있는 사이트나 </a:t>
            </a:r>
            <a:r>
              <a:rPr lang="ko-KR" altLang="en-US" sz="1400" dirty="0" err="1">
                <a:solidFill>
                  <a:srgbClr val="464646"/>
                </a:solidFill>
                <a:latin typeface="+mn-ea"/>
              </a:rPr>
              <a:t>운용보고서</a:t>
            </a:r>
            <a:r>
              <a:rPr lang="ko-KR" altLang="en-US" sz="1400" dirty="0">
                <a:solidFill>
                  <a:srgbClr val="464646"/>
                </a:solidFill>
                <a:latin typeface="+mn-ea"/>
              </a:rPr>
              <a:t> 페이지가 있을 경우 명시</a:t>
            </a:r>
          </a:p>
        </p:txBody>
      </p:sp>
      <p:pic>
        <p:nvPicPr>
          <p:cNvPr id="6" name="그림 5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3568" y="1455446"/>
            <a:ext cx="4104456" cy="2052228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>
          <a:xfrm>
            <a:off x="6876256" y="4785996"/>
            <a:ext cx="2133600" cy="273844"/>
          </a:xfrm>
        </p:spPr>
        <p:txBody>
          <a:bodyPr/>
          <a:lstStyle/>
          <a:p>
            <a:fld id="{8E974B11-60DB-405B-8211-256C6E064270}" type="slidenum">
              <a:rPr lang="ko-KR" altLang="en-US" smtClean="0"/>
              <a:t>4</a:t>
            </a:fld>
            <a:endParaRPr lang="ko-KR" altLang="en-US" dirty="0"/>
          </a:p>
        </p:txBody>
      </p:sp>
      <p:sp>
        <p:nvSpPr>
          <p:cNvPr id="13" name="TextBox 12"/>
          <p:cNvSpPr txBox="1"/>
          <p:nvPr/>
        </p:nvSpPr>
        <p:spPr>
          <a:xfrm>
            <a:off x="2472714" y="3924076"/>
            <a:ext cx="4198585" cy="107721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o-KR" altLang="en-US" sz="4000" b="1" dirty="0" err="1">
                <a:solidFill>
                  <a:schemeClr val="bg1"/>
                </a:solidFill>
                <a:latin typeface="+mn-ea"/>
              </a:rPr>
              <a:t>프</a:t>
            </a:r>
            <a:r>
              <a:rPr lang="ko-KR" altLang="en-US" sz="4000" b="1" dirty="0">
                <a:solidFill>
                  <a:schemeClr val="bg1"/>
                </a:solidFill>
                <a:latin typeface="+mn-ea"/>
              </a:rPr>
              <a:t>  </a:t>
            </a:r>
            <a:r>
              <a:rPr lang="ko-KR" altLang="en-US" sz="4000" b="1" dirty="0" err="1">
                <a:solidFill>
                  <a:schemeClr val="bg1"/>
                </a:solidFill>
                <a:latin typeface="+mn-ea"/>
              </a:rPr>
              <a:t>로</a:t>
            </a:r>
            <a:r>
              <a:rPr lang="ko-KR" altLang="en-US" sz="4000" b="1" dirty="0">
                <a:solidFill>
                  <a:schemeClr val="bg1"/>
                </a:solidFill>
                <a:latin typeface="+mn-ea"/>
              </a:rPr>
              <a:t>  </a:t>
            </a:r>
            <a:r>
              <a:rPr lang="ko-KR" altLang="en-US" sz="4000" b="1" dirty="0" err="1">
                <a:solidFill>
                  <a:schemeClr val="bg1"/>
                </a:solidFill>
                <a:latin typeface="+mn-ea"/>
              </a:rPr>
              <a:t>젝</a:t>
            </a:r>
            <a:r>
              <a:rPr lang="ko-KR" altLang="en-US" sz="4000" b="1" dirty="0">
                <a:solidFill>
                  <a:schemeClr val="bg1"/>
                </a:solidFill>
                <a:latin typeface="+mn-ea"/>
              </a:rPr>
              <a:t>  </a:t>
            </a:r>
            <a:r>
              <a:rPr lang="ko-KR" altLang="en-US" sz="4000" b="1" dirty="0" err="1">
                <a:solidFill>
                  <a:schemeClr val="bg1"/>
                </a:solidFill>
                <a:latin typeface="+mn-ea"/>
              </a:rPr>
              <a:t>트</a:t>
            </a:r>
            <a:r>
              <a:rPr lang="ko-KR" altLang="en-US" sz="4000" b="1" dirty="0">
                <a:solidFill>
                  <a:schemeClr val="bg1"/>
                </a:solidFill>
                <a:latin typeface="+mn-ea"/>
              </a:rPr>
              <a:t>  명</a:t>
            </a:r>
            <a:endParaRPr lang="en-US" altLang="ko-KR" sz="4000" b="1" dirty="0">
              <a:solidFill>
                <a:schemeClr val="bg1"/>
              </a:solidFill>
              <a:latin typeface="+mn-ea"/>
            </a:endParaRPr>
          </a:p>
          <a:p>
            <a:pPr algn="ctr"/>
            <a:r>
              <a:rPr lang="en-US" altLang="ko-KR" sz="2400" b="1" dirty="0">
                <a:solidFill>
                  <a:schemeClr val="bg1"/>
                </a:solidFill>
                <a:latin typeface="+mn-ea"/>
              </a:rPr>
              <a:t>(</a:t>
            </a:r>
            <a:r>
              <a:rPr lang="ko-KR" altLang="en-US" sz="2400" b="1" dirty="0">
                <a:solidFill>
                  <a:schemeClr val="bg1"/>
                </a:solidFill>
                <a:latin typeface="+mn-ea"/>
              </a:rPr>
              <a:t>부 연 설 명</a:t>
            </a:r>
            <a:r>
              <a:rPr lang="en-US" altLang="ko-KR" sz="2400" b="1" dirty="0">
                <a:solidFill>
                  <a:schemeClr val="bg1"/>
                </a:solidFill>
                <a:latin typeface="+mn-ea"/>
              </a:rPr>
              <a:t>)</a:t>
            </a:r>
            <a:endParaRPr lang="ko-KR" altLang="en-US" sz="2400" b="1" dirty="0">
              <a:solidFill>
                <a:schemeClr val="bg1"/>
              </a:solidFill>
              <a:latin typeface="+mn-ea"/>
            </a:endParaRPr>
          </a:p>
        </p:txBody>
      </p:sp>
      <p:pic>
        <p:nvPicPr>
          <p:cNvPr id="3" name="그림 2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51723" y="1505086"/>
            <a:ext cx="4729449" cy="2150858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7" name="그림 6">
            <a:hlinkClick r:id="rId5"/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51920" y="1554726"/>
            <a:ext cx="4320480" cy="2169152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11" name="TextBox 10"/>
          <p:cNvSpPr txBox="1"/>
          <p:nvPr/>
        </p:nvSpPr>
        <p:spPr>
          <a:xfrm>
            <a:off x="179512" y="52597"/>
            <a:ext cx="167712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b="1">
                <a:solidFill>
                  <a:srgbClr val="756B5F"/>
                </a:solidFill>
              </a:rPr>
              <a:t>1. </a:t>
            </a:r>
            <a:r>
              <a:rPr lang="ko-KR" altLang="en-US" b="1">
                <a:solidFill>
                  <a:srgbClr val="756B5F"/>
                </a:solidFill>
              </a:rPr>
              <a:t>서론</a:t>
            </a:r>
            <a:endParaRPr lang="ko-KR" altLang="en-US" b="1" dirty="0">
              <a:solidFill>
                <a:srgbClr val="756B5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2375245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Box 9"/>
          <p:cNvSpPr txBox="1"/>
          <p:nvPr/>
        </p:nvSpPr>
        <p:spPr>
          <a:xfrm>
            <a:off x="346059" y="891689"/>
            <a:ext cx="8428759" cy="415498"/>
          </a:xfrm>
          <a:prstGeom prst="rect">
            <a:avLst/>
          </a:prstGeom>
          <a:solidFill>
            <a:srgbClr val="987C4D">
              <a:alpha val="50000"/>
            </a:srgbClr>
          </a:solidFill>
        </p:spPr>
        <p:txBody>
          <a:bodyPr wrap="square" bIns="0" rtlCol="0" anchor="ctr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1600" dirty="0">
                <a:solidFill>
                  <a:srgbClr val="464646"/>
                </a:solidFill>
                <a:latin typeface="+mn-ea"/>
              </a:rPr>
              <a:t> </a:t>
            </a:r>
            <a:r>
              <a:rPr lang="ko-KR" altLang="en-US" sz="1600">
                <a:solidFill>
                  <a:srgbClr val="464646"/>
                </a:solidFill>
                <a:latin typeface="+mn-ea"/>
              </a:rPr>
              <a:t>본 프</a:t>
            </a:r>
            <a:endParaRPr lang="ko-KR" altLang="en-US" sz="1600" dirty="0">
              <a:solidFill>
                <a:srgbClr val="464646"/>
              </a:solidFill>
              <a:latin typeface="+mn-ea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179512" y="1524292"/>
            <a:ext cx="8784976" cy="4542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ko-KR" altLang="en-US">
                <a:latin typeface="+mn-ea"/>
              </a:rPr>
              <a:t> </a:t>
            </a:r>
            <a:endParaRPr lang="ko-KR" altLang="en-US" dirty="0">
              <a:solidFill>
                <a:srgbClr val="464646"/>
              </a:solidFill>
              <a:latin typeface="+mn-ea"/>
            </a:endParaRP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>
          <a:xfrm>
            <a:off x="6876256" y="4785996"/>
            <a:ext cx="2133600" cy="273844"/>
          </a:xfrm>
        </p:spPr>
        <p:txBody>
          <a:bodyPr/>
          <a:lstStyle/>
          <a:p>
            <a:fld id="{8E974B11-60DB-405B-8211-256C6E064270}" type="slidenum">
              <a:rPr lang="ko-KR" altLang="en-US" smtClean="0"/>
              <a:t>5</a:t>
            </a:fld>
            <a:endParaRPr lang="ko-KR" altLang="en-US" dirty="0"/>
          </a:p>
        </p:txBody>
      </p:sp>
      <p:sp>
        <p:nvSpPr>
          <p:cNvPr id="7" name="TextBox 6"/>
          <p:cNvSpPr txBox="1"/>
          <p:nvPr/>
        </p:nvSpPr>
        <p:spPr>
          <a:xfrm>
            <a:off x="323530" y="483518"/>
            <a:ext cx="842875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400">
                <a:solidFill>
                  <a:srgbClr val="464646"/>
                </a:solidFill>
                <a:latin typeface="+mn-ea"/>
              </a:rPr>
              <a:t>1.3 </a:t>
            </a:r>
            <a:r>
              <a:rPr lang="ko-KR" altLang="en-US" sz="1400">
                <a:solidFill>
                  <a:srgbClr val="464646"/>
                </a:solidFill>
                <a:latin typeface="+mn-ea"/>
              </a:rPr>
              <a:t>목적 및 필요성</a:t>
            </a:r>
            <a:endParaRPr lang="ko-KR" altLang="en-US" sz="1400" dirty="0">
              <a:solidFill>
                <a:srgbClr val="464646"/>
              </a:solidFill>
              <a:latin typeface="+mn-ea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179512" y="52597"/>
            <a:ext cx="167712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b="1">
                <a:solidFill>
                  <a:srgbClr val="756B5F"/>
                </a:solidFill>
              </a:rPr>
              <a:t>1. </a:t>
            </a:r>
            <a:r>
              <a:rPr lang="ko-KR" altLang="en-US" b="1">
                <a:solidFill>
                  <a:srgbClr val="756B5F"/>
                </a:solidFill>
              </a:rPr>
              <a:t>서론</a:t>
            </a:r>
            <a:endParaRPr lang="ko-KR" altLang="en-US" b="1" dirty="0">
              <a:solidFill>
                <a:srgbClr val="756B5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8751738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974B11-60DB-405B-8211-256C6E064270}" type="slidenum">
              <a:rPr lang="ko-KR" altLang="en-US" smtClean="0"/>
              <a:pPr/>
              <a:t>6</a:t>
            </a:fld>
            <a:endParaRPr lang="ko-KR" altLang="en-US" dirty="0"/>
          </a:p>
        </p:txBody>
      </p:sp>
      <p:grpSp>
        <p:nvGrpSpPr>
          <p:cNvPr id="3" name="그룹 8"/>
          <p:cNvGrpSpPr>
            <a:grpSpLocks/>
          </p:cNvGrpSpPr>
          <p:nvPr/>
        </p:nvGrpSpPr>
        <p:grpSpPr bwMode="auto">
          <a:xfrm>
            <a:off x="1654783" y="411511"/>
            <a:ext cx="2565797" cy="2268253"/>
            <a:chOff x="683568" y="908719"/>
            <a:chExt cx="3420000" cy="3023144"/>
          </a:xfrm>
        </p:grpSpPr>
        <p:sp>
          <p:nvSpPr>
            <p:cNvPr id="4" name="직사각형 3"/>
            <p:cNvSpPr/>
            <p:nvPr/>
          </p:nvSpPr>
          <p:spPr>
            <a:xfrm>
              <a:off x="683568" y="908719"/>
              <a:ext cx="3420000" cy="360220"/>
            </a:xfrm>
            <a:prstGeom prst="rect">
              <a:avLst/>
            </a:prstGeom>
            <a:solidFill>
              <a:srgbClr val="987C4D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r>
                <a:rPr lang="ko-KR" altLang="en-US" sz="1050" b="1"/>
                <a:t>홍길동</a:t>
              </a:r>
              <a:endParaRPr lang="ko-KR" altLang="en-US" sz="1050" b="1" dirty="0"/>
            </a:p>
          </p:txBody>
        </p:sp>
        <p:sp>
          <p:nvSpPr>
            <p:cNvPr id="5" name="직사각형 4"/>
            <p:cNvSpPr/>
            <p:nvPr/>
          </p:nvSpPr>
          <p:spPr>
            <a:xfrm>
              <a:off x="683568" y="1340350"/>
              <a:ext cx="3420000" cy="2591513"/>
            </a:xfrm>
            <a:prstGeom prst="rect">
              <a:avLst/>
            </a:prstGeom>
            <a:noFill/>
            <a:ln w="19050">
              <a:solidFill>
                <a:srgbClr val="D6D7DE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ko-KR" altLang="en-US" sz="1350"/>
            </a:p>
          </p:txBody>
        </p:sp>
      </p:grpSp>
      <p:sp>
        <p:nvSpPr>
          <p:cNvPr id="6" name="TextBox 5"/>
          <p:cNvSpPr txBox="1"/>
          <p:nvPr/>
        </p:nvSpPr>
        <p:spPr>
          <a:xfrm>
            <a:off x="1736935" y="735548"/>
            <a:ext cx="2511029" cy="1985159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ko-KR" altLang="en-US" sz="825" b="1" dirty="0">
                <a:latin typeface="+mn-ea"/>
              </a:rPr>
              <a:t>■ 소프트웨어 설계</a:t>
            </a:r>
            <a:endParaRPr lang="en-US" altLang="ko-KR" sz="825" b="1" dirty="0">
              <a:latin typeface="+mn-ea"/>
            </a:endParaRPr>
          </a:p>
          <a:p>
            <a:pPr>
              <a:defRPr/>
            </a:pPr>
            <a:r>
              <a:rPr lang="en-US" altLang="ko-KR" sz="825" dirty="0">
                <a:latin typeface="+mn-ea"/>
              </a:rPr>
              <a:t> - </a:t>
            </a:r>
            <a:r>
              <a:rPr lang="ko-KR" altLang="en-US" sz="825" dirty="0">
                <a:latin typeface="+mn-ea"/>
              </a:rPr>
              <a:t>프로젝트 전반적 설계</a:t>
            </a:r>
            <a:r>
              <a:rPr lang="en-US" altLang="ko-KR" sz="825" dirty="0">
                <a:latin typeface="+mn-ea"/>
              </a:rPr>
              <a:t>, e-r diagram</a:t>
            </a:r>
            <a:endParaRPr lang="en-US" altLang="ko-KR" sz="825" b="1" dirty="0">
              <a:latin typeface="+mn-ea"/>
            </a:endParaRPr>
          </a:p>
          <a:p>
            <a:pPr>
              <a:defRPr/>
            </a:pPr>
            <a:endParaRPr lang="en-US" altLang="ko-KR" sz="825" b="1" dirty="0">
              <a:latin typeface="+mn-ea"/>
            </a:endParaRPr>
          </a:p>
          <a:p>
            <a:pPr>
              <a:defRPr/>
            </a:pPr>
            <a:r>
              <a:rPr lang="ko-KR" altLang="en-US" sz="825" b="1" dirty="0">
                <a:latin typeface="+mn-ea"/>
              </a:rPr>
              <a:t>■ 회원관리</a:t>
            </a:r>
            <a:r>
              <a:rPr lang="en-US" altLang="ko-KR" sz="825" b="1" dirty="0">
                <a:latin typeface="+mn-ea"/>
              </a:rPr>
              <a:t>(</a:t>
            </a:r>
            <a:r>
              <a:rPr lang="ko-KR" altLang="en-US" sz="825" b="1" dirty="0">
                <a:latin typeface="+mn-ea"/>
              </a:rPr>
              <a:t>사용자측</a:t>
            </a:r>
            <a:r>
              <a:rPr lang="en-US" altLang="ko-KR" sz="825" b="1" dirty="0">
                <a:latin typeface="+mn-ea"/>
              </a:rPr>
              <a:t>)</a:t>
            </a:r>
            <a:endParaRPr lang="en-US" altLang="ko-KR" sz="750" dirty="0">
              <a:latin typeface="+mn-ea"/>
            </a:endParaRPr>
          </a:p>
          <a:p>
            <a:pPr>
              <a:defRPr/>
            </a:pPr>
            <a:r>
              <a:rPr lang="en-US" altLang="ko-KR" sz="750" dirty="0">
                <a:latin typeface="+mn-ea"/>
              </a:rPr>
              <a:t>  - </a:t>
            </a:r>
            <a:r>
              <a:rPr lang="ko-KR" altLang="en-US" sz="750" dirty="0">
                <a:latin typeface="+mn-ea"/>
              </a:rPr>
              <a:t>로그인</a:t>
            </a:r>
            <a:r>
              <a:rPr lang="en-US" altLang="ko-KR" sz="750" dirty="0">
                <a:latin typeface="+mn-ea"/>
              </a:rPr>
              <a:t>/</a:t>
            </a:r>
            <a:r>
              <a:rPr lang="ko-KR" altLang="en-US" sz="750" dirty="0">
                <a:latin typeface="+mn-ea"/>
              </a:rPr>
              <a:t>로그아웃</a:t>
            </a:r>
            <a:r>
              <a:rPr lang="en-US" altLang="ko-KR" sz="750" dirty="0">
                <a:latin typeface="+mn-ea"/>
              </a:rPr>
              <a:t>, </a:t>
            </a:r>
            <a:r>
              <a:rPr lang="ko-KR" altLang="en-US" sz="750" dirty="0">
                <a:latin typeface="+mn-ea"/>
              </a:rPr>
              <a:t>회원가입</a:t>
            </a:r>
            <a:r>
              <a:rPr lang="en-US" altLang="ko-KR" sz="750" dirty="0">
                <a:latin typeface="+mn-ea"/>
              </a:rPr>
              <a:t>, </a:t>
            </a:r>
            <a:r>
              <a:rPr lang="ko-KR" altLang="en-US" sz="750" dirty="0">
                <a:latin typeface="+mn-ea"/>
              </a:rPr>
              <a:t>회원탈퇴</a:t>
            </a:r>
            <a:r>
              <a:rPr lang="en-US" altLang="ko-KR" sz="750" dirty="0">
                <a:latin typeface="+mn-ea"/>
              </a:rPr>
              <a:t>, </a:t>
            </a:r>
            <a:r>
              <a:rPr lang="ko-KR" altLang="en-US" sz="750" dirty="0" err="1">
                <a:latin typeface="+mn-ea"/>
              </a:rPr>
              <a:t>내서재</a:t>
            </a:r>
            <a:r>
              <a:rPr lang="en-US" altLang="ko-KR" sz="750" dirty="0">
                <a:latin typeface="+mn-ea"/>
              </a:rPr>
              <a:t>(</a:t>
            </a:r>
            <a:r>
              <a:rPr lang="ko-KR" altLang="en-US" sz="750" dirty="0">
                <a:latin typeface="+mn-ea"/>
              </a:rPr>
              <a:t>대출현황</a:t>
            </a:r>
            <a:r>
              <a:rPr lang="en-US" altLang="ko-KR" sz="750" dirty="0">
                <a:latin typeface="+mn-ea"/>
              </a:rPr>
              <a:t>, </a:t>
            </a:r>
            <a:r>
              <a:rPr lang="ko-KR" altLang="en-US" sz="750" dirty="0">
                <a:latin typeface="+mn-ea"/>
              </a:rPr>
              <a:t>예약현황</a:t>
            </a:r>
            <a:r>
              <a:rPr lang="en-US" altLang="ko-KR" sz="750" dirty="0">
                <a:latin typeface="+mn-ea"/>
              </a:rPr>
              <a:t>)</a:t>
            </a:r>
          </a:p>
          <a:p>
            <a:pPr>
              <a:defRPr/>
            </a:pPr>
            <a:endParaRPr lang="en-US" altLang="ko-KR" sz="750" dirty="0">
              <a:latin typeface="+mn-ea"/>
            </a:endParaRPr>
          </a:p>
          <a:p>
            <a:pPr>
              <a:defRPr/>
            </a:pPr>
            <a:r>
              <a:rPr lang="ko-KR" altLang="en-US" sz="750" b="1" dirty="0">
                <a:latin typeface="+mn-ea"/>
              </a:rPr>
              <a:t>■ 자유게시판</a:t>
            </a:r>
            <a:r>
              <a:rPr lang="en-US" altLang="ko-KR" sz="750" b="1" dirty="0">
                <a:latin typeface="+mn-ea"/>
              </a:rPr>
              <a:t>(</a:t>
            </a:r>
            <a:r>
              <a:rPr lang="ko-KR" altLang="en-US" sz="750" b="1" dirty="0">
                <a:latin typeface="+mn-ea"/>
              </a:rPr>
              <a:t>사용자</a:t>
            </a:r>
            <a:r>
              <a:rPr lang="en-US" altLang="ko-KR" sz="750" b="1" dirty="0">
                <a:latin typeface="+mn-ea"/>
              </a:rPr>
              <a:t>, </a:t>
            </a:r>
            <a:r>
              <a:rPr lang="ko-KR" altLang="en-US" sz="750" b="1" dirty="0">
                <a:latin typeface="+mn-ea"/>
              </a:rPr>
              <a:t>관리자 측</a:t>
            </a:r>
            <a:r>
              <a:rPr lang="en-US" altLang="ko-KR" sz="750" b="1" dirty="0">
                <a:latin typeface="+mn-ea"/>
              </a:rPr>
              <a:t>)</a:t>
            </a:r>
          </a:p>
          <a:p>
            <a:pPr>
              <a:defRPr/>
            </a:pPr>
            <a:r>
              <a:rPr lang="en-US" altLang="ko-KR" sz="750" dirty="0">
                <a:latin typeface="+mn-ea"/>
              </a:rPr>
              <a:t>  - </a:t>
            </a:r>
            <a:r>
              <a:rPr lang="ko-KR" altLang="en-US" sz="750" dirty="0">
                <a:latin typeface="+mn-ea"/>
              </a:rPr>
              <a:t>답변</a:t>
            </a:r>
            <a:r>
              <a:rPr lang="en-US" altLang="ko-KR" sz="750" dirty="0">
                <a:latin typeface="+mn-ea"/>
              </a:rPr>
              <a:t>, </a:t>
            </a:r>
            <a:r>
              <a:rPr lang="ko-KR" altLang="en-US" sz="750" dirty="0" err="1">
                <a:latin typeface="+mn-ea"/>
              </a:rPr>
              <a:t>페이징</a:t>
            </a:r>
            <a:endParaRPr lang="en-US" altLang="ko-KR" sz="750" dirty="0">
              <a:latin typeface="+mn-ea"/>
            </a:endParaRPr>
          </a:p>
          <a:p>
            <a:pPr>
              <a:defRPr/>
            </a:pPr>
            <a:endParaRPr lang="en-US" altLang="ko-KR" sz="750" dirty="0">
              <a:latin typeface="+mn-ea"/>
            </a:endParaRPr>
          </a:p>
          <a:p>
            <a:pPr>
              <a:defRPr/>
            </a:pPr>
            <a:r>
              <a:rPr lang="ko-KR" altLang="en-US" sz="750" b="1" dirty="0">
                <a:latin typeface="+mn-ea"/>
              </a:rPr>
              <a:t>■ 관리자 등록 삭제</a:t>
            </a:r>
            <a:r>
              <a:rPr lang="en-US" altLang="ko-KR" sz="750" b="1" dirty="0">
                <a:latin typeface="+mn-ea"/>
              </a:rPr>
              <a:t>(</a:t>
            </a:r>
            <a:r>
              <a:rPr lang="ko-KR" altLang="en-US" sz="750" b="1" dirty="0">
                <a:latin typeface="+mn-ea"/>
              </a:rPr>
              <a:t>관리자 측</a:t>
            </a:r>
            <a:r>
              <a:rPr lang="en-US" altLang="ko-KR" sz="750" b="1" dirty="0">
                <a:latin typeface="+mn-ea"/>
              </a:rPr>
              <a:t>)</a:t>
            </a:r>
          </a:p>
          <a:p>
            <a:pPr>
              <a:defRPr/>
            </a:pPr>
            <a:endParaRPr lang="en-US" altLang="ko-KR" sz="750" b="1" dirty="0">
              <a:latin typeface="+mn-ea"/>
            </a:endParaRPr>
          </a:p>
          <a:p>
            <a:pPr>
              <a:defRPr/>
            </a:pPr>
            <a:r>
              <a:rPr lang="ko-KR" altLang="en-US" sz="750" b="1" dirty="0">
                <a:latin typeface="+mn-ea"/>
              </a:rPr>
              <a:t>■ 회원강등</a:t>
            </a:r>
            <a:r>
              <a:rPr lang="en-US" altLang="ko-KR" sz="750" b="1" dirty="0">
                <a:latin typeface="+mn-ea"/>
              </a:rPr>
              <a:t>, </a:t>
            </a:r>
            <a:r>
              <a:rPr lang="ko-KR" altLang="en-US" sz="750" b="1" dirty="0" err="1">
                <a:latin typeface="+mn-ea"/>
              </a:rPr>
              <a:t>레벨별</a:t>
            </a:r>
            <a:r>
              <a:rPr lang="ko-KR" altLang="en-US" sz="750" b="1" dirty="0">
                <a:latin typeface="+mn-ea"/>
              </a:rPr>
              <a:t> 전체목록</a:t>
            </a:r>
            <a:r>
              <a:rPr lang="en-US" altLang="ko-KR" sz="750" b="1" dirty="0">
                <a:latin typeface="+mn-ea"/>
              </a:rPr>
              <a:t>(</a:t>
            </a:r>
            <a:r>
              <a:rPr lang="ko-KR" altLang="en-US" sz="750" b="1" dirty="0" err="1">
                <a:latin typeface="+mn-ea"/>
              </a:rPr>
              <a:t>관리자측</a:t>
            </a:r>
            <a:r>
              <a:rPr lang="en-US" altLang="ko-KR" sz="750" b="1" dirty="0">
                <a:latin typeface="+mn-ea"/>
              </a:rPr>
              <a:t>)</a:t>
            </a:r>
          </a:p>
          <a:p>
            <a:pPr>
              <a:defRPr/>
            </a:pPr>
            <a:endParaRPr lang="en-US" altLang="ko-KR" sz="750" b="1" dirty="0">
              <a:latin typeface="+mn-ea"/>
            </a:endParaRPr>
          </a:p>
          <a:p>
            <a:pPr>
              <a:defRPr/>
            </a:pPr>
            <a:r>
              <a:rPr lang="ko-KR" altLang="en-US" sz="750" b="1" dirty="0">
                <a:latin typeface="+mn-ea"/>
              </a:rPr>
              <a:t>■ 공지사항 게시판</a:t>
            </a:r>
            <a:r>
              <a:rPr lang="en-US" altLang="ko-KR" sz="750" b="1" dirty="0">
                <a:latin typeface="+mn-ea"/>
              </a:rPr>
              <a:t>(</a:t>
            </a:r>
            <a:r>
              <a:rPr lang="ko-KR" altLang="en-US" sz="750" b="1" dirty="0">
                <a:latin typeface="+mn-ea"/>
              </a:rPr>
              <a:t>관리자기능</a:t>
            </a:r>
            <a:r>
              <a:rPr lang="en-US" altLang="ko-KR" sz="750" b="1" dirty="0">
                <a:latin typeface="+mn-ea"/>
              </a:rPr>
              <a:t>)</a:t>
            </a:r>
          </a:p>
          <a:p>
            <a:pPr>
              <a:defRPr/>
            </a:pPr>
            <a:endParaRPr lang="en-US" altLang="ko-KR" sz="750" b="1" dirty="0">
              <a:latin typeface="+mn-ea"/>
            </a:endParaRPr>
          </a:p>
        </p:txBody>
      </p:sp>
      <p:grpSp>
        <p:nvGrpSpPr>
          <p:cNvPr id="7" name="그룹 4"/>
          <p:cNvGrpSpPr>
            <a:grpSpLocks/>
          </p:cNvGrpSpPr>
          <p:nvPr/>
        </p:nvGrpSpPr>
        <p:grpSpPr bwMode="auto">
          <a:xfrm>
            <a:off x="4572727" y="411511"/>
            <a:ext cx="2564606" cy="2268252"/>
            <a:chOff x="683568" y="908720"/>
            <a:chExt cx="3420000" cy="3023144"/>
          </a:xfrm>
        </p:grpSpPr>
        <p:sp>
          <p:nvSpPr>
            <p:cNvPr id="8" name="직사각형 7"/>
            <p:cNvSpPr/>
            <p:nvPr/>
          </p:nvSpPr>
          <p:spPr>
            <a:xfrm>
              <a:off x="683568" y="908720"/>
              <a:ext cx="3420000" cy="360220"/>
            </a:xfrm>
            <a:prstGeom prst="rect">
              <a:avLst/>
            </a:prstGeom>
            <a:solidFill>
              <a:srgbClr val="987C4D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r>
                <a:rPr lang="ko-KR" altLang="en-US" sz="1050" b="1"/>
                <a:t>아무개</a:t>
              </a:r>
              <a:endParaRPr lang="ko-KR" altLang="en-US" sz="1050" b="1" dirty="0"/>
            </a:p>
          </p:txBody>
        </p:sp>
        <p:sp>
          <p:nvSpPr>
            <p:cNvPr id="9" name="직사각형 8"/>
            <p:cNvSpPr/>
            <p:nvPr/>
          </p:nvSpPr>
          <p:spPr>
            <a:xfrm>
              <a:off x="683568" y="1340349"/>
              <a:ext cx="3420000" cy="2591515"/>
            </a:xfrm>
            <a:prstGeom prst="rect">
              <a:avLst/>
            </a:prstGeom>
            <a:noFill/>
            <a:ln w="19050">
              <a:solidFill>
                <a:srgbClr val="D6D7DE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ko-KR" altLang="en-US" sz="1350"/>
            </a:p>
          </p:txBody>
        </p:sp>
      </p:grpSp>
      <p:sp>
        <p:nvSpPr>
          <p:cNvPr id="10" name="TextBox 9"/>
          <p:cNvSpPr txBox="1"/>
          <p:nvPr/>
        </p:nvSpPr>
        <p:spPr>
          <a:xfrm>
            <a:off x="4653689" y="735362"/>
            <a:ext cx="2564606" cy="1927451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ko-KR" altLang="en-US" sz="825" b="1" dirty="0">
                <a:latin typeface="+mn-ea"/>
              </a:rPr>
              <a:t>■ 소프트웨어 설계</a:t>
            </a:r>
            <a:endParaRPr lang="en-US" altLang="ko-KR" sz="825" b="1" dirty="0">
              <a:latin typeface="+mn-ea"/>
            </a:endParaRPr>
          </a:p>
          <a:p>
            <a:pPr>
              <a:defRPr/>
            </a:pPr>
            <a:r>
              <a:rPr lang="en-US" altLang="ko-KR" sz="825" dirty="0">
                <a:latin typeface="+mn-ea"/>
              </a:rPr>
              <a:t> - </a:t>
            </a:r>
            <a:r>
              <a:rPr lang="ko-KR" altLang="en-US" sz="825" dirty="0">
                <a:latin typeface="+mn-ea"/>
              </a:rPr>
              <a:t>프로젝트 전반적 설계</a:t>
            </a:r>
            <a:r>
              <a:rPr lang="en-US" altLang="ko-KR" sz="825" dirty="0">
                <a:latin typeface="+mn-ea"/>
              </a:rPr>
              <a:t>, UML</a:t>
            </a:r>
          </a:p>
          <a:p>
            <a:pPr>
              <a:defRPr/>
            </a:pPr>
            <a:endParaRPr lang="en-US" altLang="ko-KR" sz="825" b="1" dirty="0">
              <a:latin typeface="+mn-ea"/>
            </a:endParaRPr>
          </a:p>
          <a:p>
            <a:pPr>
              <a:defRPr/>
            </a:pPr>
            <a:r>
              <a:rPr lang="ko-KR" altLang="en-US" sz="825" b="1" dirty="0">
                <a:latin typeface="+mn-ea"/>
              </a:rPr>
              <a:t>■ 메인 페이지</a:t>
            </a:r>
            <a:r>
              <a:rPr lang="en-US" altLang="ko-KR" sz="825" b="1" dirty="0">
                <a:latin typeface="+mn-ea"/>
              </a:rPr>
              <a:t>(header, footer </a:t>
            </a:r>
            <a:r>
              <a:rPr lang="ko-KR" altLang="en-US" sz="825" b="1" dirty="0">
                <a:latin typeface="+mn-ea"/>
              </a:rPr>
              <a:t>포함</a:t>
            </a:r>
            <a:r>
              <a:rPr lang="en-US" altLang="ko-KR" sz="825" b="1" dirty="0">
                <a:latin typeface="+mn-ea"/>
              </a:rPr>
              <a:t>)</a:t>
            </a:r>
          </a:p>
          <a:p>
            <a:pPr>
              <a:defRPr/>
            </a:pPr>
            <a:r>
              <a:rPr lang="en-US" altLang="ko-KR" sz="825" dirty="0">
                <a:latin typeface="+mn-ea"/>
              </a:rPr>
              <a:t> -</a:t>
            </a:r>
            <a:r>
              <a:rPr lang="ko-KR" altLang="en-US" sz="825" dirty="0">
                <a:latin typeface="+mn-ea"/>
              </a:rPr>
              <a:t> </a:t>
            </a:r>
            <a:r>
              <a:rPr lang="en-US" altLang="ko-KR" sz="825" dirty="0">
                <a:latin typeface="+mn-ea"/>
              </a:rPr>
              <a:t> </a:t>
            </a:r>
            <a:r>
              <a:rPr lang="ko-KR" altLang="en-US" sz="825" dirty="0">
                <a:latin typeface="+mn-ea"/>
              </a:rPr>
              <a:t>남산도서관</a:t>
            </a:r>
            <a:r>
              <a:rPr lang="en-US" altLang="ko-KR" sz="825" dirty="0">
                <a:latin typeface="+mn-ea"/>
              </a:rPr>
              <a:t>, </a:t>
            </a:r>
            <a:r>
              <a:rPr lang="ko-KR" altLang="en-US" sz="825" dirty="0">
                <a:latin typeface="+mn-ea"/>
              </a:rPr>
              <a:t>한국외대도서관</a:t>
            </a:r>
            <a:r>
              <a:rPr lang="en-US" altLang="ko-KR" sz="825" dirty="0">
                <a:latin typeface="+mn-ea"/>
              </a:rPr>
              <a:t>, KOLAS </a:t>
            </a:r>
            <a:r>
              <a:rPr lang="ko-KR" altLang="en-US" sz="825" dirty="0">
                <a:latin typeface="+mn-ea"/>
              </a:rPr>
              <a:t>벤치마킹</a:t>
            </a:r>
            <a:endParaRPr lang="en-US" altLang="ko-KR" sz="825" dirty="0">
              <a:latin typeface="+mn-ea"/>
            </a:endParaRPr>
          </a:p>
          <a:p>
            <a:pPr>
              <a:defRPr/>
            </a:pPr>
            <a:endParaRPr lang="en-US" altLang="ko-KR" sz="825" b="1" dirty="0">
              <a:latin typeface="+mn-ea"/>
            </a:endParaRPr>
          </a:p>
          <a:p>
            <a:pPr>
              <a:defRPr/>
            </a:pPr>
            <a:r>
              <a:rPr lang="ko-KR" altLang="en-US" sz="825" b="1" dirty="0">
                <a:latin typeface="+mn-ea"/>
              </a:rPr>
              <a:t>■ 도서신청 게시판</a:t>
            </a:r>
            <a:r>
              <a:rPr lang="en-US" altLang="ko-KR" sz="825" b="1" dirty="0">
                <a:latin typeface="+mn-ea"/>
              </a:rPr>
              <a:t>(</a:t>
            </a:r>
            <a:r>
              <a:rPr lang="ko-KR" altLang="en-US" sz="825" b="1" dirty="0">
                <a:latin typeface="+mn-ea"/>
              </a:rPr>
              <a:t>사용자기능</a:t>
            </a:r>
            <a:r>
              <a:rPr lang="en-US" altLang="ko-KR" sz="825" b="1" dirty="0">
                <a:latin typeface="+mn-ea"/>
              </a:rPr>
              <a:t>)</a:t>
            </a:r>
          </a:p>
          <a:p>
            <a:pPr>
              <a:defRPr/>
            </a:pPr>
            <a:r>
              <a:rPr lang="en-US" altLang="ko-KR" sz="750" dirty="0">
                <a:latin typeface="+mn-ea"/>
              </a:rPr>
              <a:t>  -</a:t>
            </a:r>
            <a:r>
              <a:rPr lang="ko-KR" altLang="en-US" sz="750" dirty="0">
                <a:latin typeface="+mn-ea"/>
              </a:rPr>
              <a:t> </a:t>
            </a:r>
            <a:r>
              <a:rPr lang="en-US" altLang="ko-KR" sz="750" dirty="0">
                <a:latin typeface="+mn-ea"/>
              </a:rPr>
              <a:t> </a:t>
            </a:r>
            <a:r>
              <a:rPr lang="ko-KR" altLang="en-US" sz="750" dirty="0">
                <a:latin typeface="+mn-ea"/>
              </a:rPr>
              <a:t>도서이미지파일업로드</a:t>
            </a:r>
            <a:r>
              <a:rPr lang="en-US" altLang="ko-KR" sz="750" dirty="0">
                <a:latin typeface="+mn-ea"/>
              </a:rPr>
              <a:t>, </a:t>
            </a:r>
            <a:r>
              <a:rPr lang="ko-KR" altLang="en-US" sz="750" dirty="0" err="1">
                <a:latin typeface="+mn-ea"/>
              </a:rPr>
              <a:t>답변달기</a:t>
            </a:r>
            <a:r>
              <a:rPr lang="en-US" altLang="ko-KR" sz="750" dirty="0">
                <a:latin typeface="+mn-ea"/>
              </a:rPr>
              <a:t>, </a:t>
            </a:r>
            <a:r>
              <a:rPr lang="ko-KR" altLang="en-US" sz="750" dirty="0" err="1">
                <a:latin typeface="+mn-ea"/>
              </a:rPr>
              <a:t>댓글</a:t>
            </a:r>
            <a:r>
              <a:rPr lang="en-US" altLang="ko-KR" sz="750" dirty="0">
                <a:latin typeface="+mn-ea"/>
              </a:rPr>
              <a:t>, </a:t>
            </a:r>
            <a:r>
              <a:rPr lang="ko-KR" altLang="en-US" sz="750" dirty="0" err="1">
                <a:latin typeface="+mn-ea"/>
              </a:rPr>
              <a:t>페이징</a:t>
            </a:r>
            <a:endParaRPr lang="en-US" altLang="ko-KR" sz="750" dirty="0">
              <a:latin typeface="+mn-ea"/>
            </a:endParaRPr>
          </a:p>
          <a:p>
            <a:pPr>
              <a:defRPr/>
            </a:pPr>
            <a:endParaRPr lang="en-US" altLang="ko-KR" sz="750" dirty="0">
              <a:latin typeface="+mn-ea"/>
            </a:endParaRPr>
          </a:p>
          <a:p>
            <a:pPr>
              <a:defRPr/>
            </a:pPr>
            <a:r>
              <a:rPr lang="ko-KR" altLang="en-US" sz="825" b="1" dirty="0">
                <a:latin typeface="+mn-ea"/>
              </a:rPr>
              <a:t>■ 도서검색</a:t>
            </a:r>
            <a:r>
              <a:rPr lang="en-US" altLang="ko-KR" sz="825" b="1" dirty="0">
                <a:latin typeface="+mn-ea"/>
              </a:rPr>
              <a:t>(</a:t>
            </a:r>
            <a:r>
              <a:rPr lang="ko-KR" altLang="en-US" sz="825" b="1" dirty="0">
                <a:latin typeface="+mn-ea"/>
              </a:rPr>
              <a:t>사용자</a:t>
            </a:r>
            <a:r>
              <a:rPr lang="en-US" altLang="ko-KR" sz="825" b="1" dirty="0">
                <a:latin typeface="+mn-ea"/>
              </a:rPr>
              <a:t>, </a:t>
            </a:r>
            <a:r>
              <a:rPr lang="ko-KR" altLang="en-US" sz="825" b="1" dirty="0">
                <a:latin typeface="+mn-ea"/>
              </a:rPr>
              <a:t>관리자 양측</a:t>
            </a:r>
            <a:r>
              <a:rPr lang="en-US" altLang="ko-KR" sz="825" b="1" dirty="0">
                <a:latin typeface="+mn-ea"/>
              </a:rPr>
              <a:t>)</a:t>
            </a:r>
          </a:p>
          <a:p>
            <a:pPr>
              <a:defRPr/>
            </a:pPr>
            <a:endParaRPr lang="en-US" altLang="ko-KR" sz="825" b="1" dirty="0">
              <a:latin typeface="+mn-ea"/>
            </a:endParaRPr>
          </a:p>
          <a:p>
            <a:pPr>
              <a:defRPr/>
            </a:pPr>
            <a:r>
              <a:rPr lang="ko-KR" altLang="en-US" sz="750" b="1" dirty="0">
                <a:latin typeface="+mn-ea"/>
              </a:rPr>
              <a:t>■ 도서관리</a:t>
            </a:r>
            <a:r>
              <a:rPr lang="en-US" altLang="ko-KR" sz="750" b="1" dirty="0">
                <a:latin typeface="+mn-ea"/>
              </a:rPr>
              <a:t>(</a:t>
            </a:r>
            <a:r>
              <a:rPr lang="ko-KR" altLang="en-US" sz="750" b="1" dirty="0">
                <a:latin typeface="+mn-ea"/>
              </a:rPr>
              <a:t>관리자기능</a:t>
            </a:r>
            <a:r>
              <a:rPr lang="en-US" altLang="ko-KR" sz="750" b="1" dirty="0">
                <a:latin typeface="+mn-ea"/>
              </a:rPr>
              <a:t>)</a:t>
            </a:r>
          </a:p>
          <a:p>
            <a:pPr>
              <a:defRPr/>
            </a:pPr>
            <a:r>
              <a:rPr lang="en-US" altLang="ko-KR" sz="750" dirty="0">
                <a:latin typeface="+mn-ea"/>
              </a:rPr>
              <a:t> -</a:t>
            </a:r>
            <a:r>
              <a:rPr lang="ko-KR" altLang="en-US" sz="750" dirty="0">
                <a:latin typeface="+mn-ea"/>
              </a:rPr>
              <a:t> </a:t>
            </a:r>
            <a:r>
              <a:rPr lang="en-US" altLang="ko-KR" sz="750" dirty="0">
                <a:latin typeface="+mn-ea"/>
              </a:rPr>
              <a:t> </a:t>
            </a:r>
            <a:r>
              <a:rPr lang="ko-KR" altLang="en-US" sz="750" dirty="0">
                <a:latin typeface="+mn-ea"/>
              </a:rPr>
              <a:t>도서등록</a:t>
            </a:r>
            <a:r>
              <a:rPr lang="en-US" altLang="ko-KR" sz="750" dirty="0">
                <a:latin typeface="+mn-ea"/>
              </a:rPr>
              <a:t>, </a:t>
            </a:r>
            <a:r>
              <a:rPr lang="ko-KR" altLang="en-US" sz="750" dirty="0">
                <a:latin typeface="+mn-ea"/>
              </a:rPr>
              <a:t>도서수정</a:t>
            </a:r>
            <a:r>
              <a:rPr lang="en-US" altLang="ko-KR" sz="750" dirty="0">
                <a:latin typeface="+mn-ea"/>
              </a:rPr>
              <a:t>, </a:t>
            </a:r>
            <a:r>
              <a:rPr lang="ko-KR" altLang="en-US" sz="750" dirty="0">
                <a:latin typeface="+mn-ea"/>
              </a:rPr>
              <a:t>도서삭제</a:t>
            </a:r>
            <a:r>
              <a:rPr lang="en-US" altLang="ko-KR" sz="750" dirty="0">
                <a:latin typeface="+mn-ea"/>
              </a:rPr>
              <a:t>, </a:t>
            </a:r>
            <a:r>
              <a:rPr lang="ko-KR" altLang="en-US" sz="750" dirty="0">
                <a:latin typeface="+mn-ea"/>
              </a:rPr>
              <a:t>파일업로드</a:t>
            </a:r>
            <a:endParaRPr lang="en-US" altLang="ko-KR" sz="750" dirty="0">
              <a:latin typeface="+mn-ea"/>
            </a:endParaRPr>
          </a:p>
          <a:p>
            <a:pPr>
              <a:defRPr/>
            </a:pPr>
            <a:endParaRPr lang="en-US" altLang="ko-KR" sz="750" dirty="0">
              <a:latin typeface="+mn-ea"/>
            </a:endParaRPr>
          </a:p>
          <a:p>
            <a:pPr>
              <a:defRPr/>
            </a:pPr>
            <a:r>
              <a:rPr lang="ko-KR" altLang="en-US" sz="750" b="1" dirty="0">
                <a:latin typeface="+mn-ea"/>
              </a:rPr>
              <a:t>■ 도서 대출</a:t>
            </a:r>
            <a:r>
              <a:rPr lang="en-US" altLang="ko-KR" sz="750" b="1" dirty="0">
                <a:latin typeface="+mn-ea"/>
              </a:rPr>
              <a:t>, </a:t>
            </a:r>
            <a:r>
              <a:rPr lang="ko-KR" altLang="en-US" sz="750" b="1" dirty="0">
                <a:latin typeface="+mn-ea"/>
              </a:rPr>
              <a:t>반납</a:t>
            </a:r>
            <a:r>
              <a:rPr lang="en-US" altLang="ko-KR" sz="750" b="1" dirty="0">
                <a:latin typeface="+mn-ea"/>
              </a:rPr>
              <a:t>(</a:t>
            </a:r>
            <a:r>
              <a:rPr lang="ko-KR" altLang="en-US" sz="750" b="1" dirty="0">
                <a:latin typeface="+mn-ea"/>
              </a:rPr>
              <a:t>관리자 측</a:t>
            </a:r>
            <a:r>
              <a:rPr lang="en-US" altLang="ko-KR" sz="750" b="1" dirty="0">
                <a:latin typeface="+mn-ea"/>
              </a:rPr>
              <a:t>)</a:t>
            </a:r>
          </a:p>
        </p:txBody>
      </p:sp>
      <p:grpSp>
        <p:nvGrpSpPr>
          <p:cNvPr id="12" name="그룹 8"/>
          <p:cNvGrpSpPr>
            <a:grpSpLocks/>
          </p:cNvGrpSpPr>
          <p:nvPr/>
        </p:nvGrpSpPr>
        <p:grpSpPr bwMode="auto">
          <a:xfrm>
            <a:off x="1655676" y="2733769"/>
            <a:ext cx="2565797" cy="2268253"/>
            <a:chOff x="683568" y="908719"/>
            <a:chExt cx="3420000" cy="3023144"/>
          </a:xfrm>
        </p:grpSpPr>
        <p:sp>
          <p:nvSpPr>
            <p:cNvPr id="13" name="직사각형 12"/>
            <p:cNvSpPr/>
            <p:nvPr/>
          </p:nvSpPr>
          <p:spPr>
            <a:xfrm>
              <a:off x="683568" y="908719"/>
              <a:ext cx="3420000" cy="360220"/>
            </a:xfrm>
            <a:prstGeom prst="rect">
              <a:avLst/>
            </a:prstGeom>
            <a:solidFill>
              <a:srgbClr val="987C4D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r>
                <a:rPr lang="ko-KR" altLang="en-US" sz="1050" b="1"/>
                <a:t>이무개</a:t>
              </a:r>
              <a:endParaRPr lang="ko-KR" altLang="en-US" sz="1050" b="1" dirty="0"/>
            </a:p>
          </p:txBody>
        </p:sp>
        <p:sp>
          <p:nvSpPr>
            <p:cNvPr id="14" name="직사각형 13"/>
            <p:cNvSpPr/>
            <p:nvPr/>
          </p:nvSpPr>
          <p:spPr>
            <a:xfrm>
              <a:off x="683568" y="1340350"/>
              <a:ext cx="3420000" cy="2591513"/>
            </a:xfrm>
            <a:prstGeom prst="rect">
              <a:avLst/>
            </a:prstGeom>
            <a:noFill/>
            <a:ln w="19050">
              <a:solidFill>
                <a:srgbClr val="D6D7DE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ko-KR" altLang="en-US" sz="1350"/>
            </a:p>
          </p:txBody>
        </p:sp>
      </p:grpSp>
      <p:sp>
        <p:nvSpPr>
          <p:cNvPr id="15" name="TextBox 14"/>
          <p:cNvSpPr txBox="1"/>
          <p:nvPr/>
        </p:nvSpPr>
        <p:spPr>
          <a:xfrm>
            <a:off x="1737829" y="3057806"/>
            <a:ext cx="2511029" cy="1985159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ko-KR" altLang="en-US" sz="825" b="1" dirty="0">
                <a:latin typeface="+mn-ea"/>
              </a:rPr>
              <a:t>■ 소프트웨어 설계</a:t>
            </a:r>
            <a:endParaRPr lang="en-US" altLang="ko-KR" sz="825" b="1" dirty="0">
              <a:latin typeface="+mn-ea"/>
            </a:endParaRPr>
          </a:p>
          <a:p>
            <a:pPr>
              <a:defRPr/>
            </a:pPr>
            <a:r>
              <a:rPr lang="en-US" altLang="ko-KR" sz="825" dirty="0">
                <a:latin typeface="+mn-ea"/>
              </a:rPr>
              <a:t> - </a:t>
            </a:r>
            <a:r>
              <a:rPr lang="ko-KR" altLang="en-US" sz="825" dirty="0">
                <a:latin typeface="+mn-ea"/>
              </a:rPr>
              <a:t>프로젝트 전반적 설계</a:t>
            </a:r>
            <a:r>
              <a:rPr lang="en-US" altLang="ko-KR" sz="825" dirty="0">
                <a:latin typeface="+mn-ea"/>
              </a:rPr>
              <a:t>, e-r diagram</a:t>
            </a:r>
            <a:endParaRPr lang="en-US" altLang="ko-KR" sz="825" b="1" dirty="0">
              <a:latin typeface="+mn-ea"/>
            </a:endParaRPr>
          </a:p>
          <a:p>
            <a:pPr>
              <a:defRPr/>
            </a:pPr>
            <a:endParaRPr lang="en-US" altLang="ko-KR" sz="825" b="1">
              <a:latin typeface="+mn-ea"/>
            </a:endParaRPr>
          </a:p>
          <a:p>
            <a:pPr>
              <a:defRPr/>
            </a:pPr>
            <a:r>
              <a:rPr lang="ko-KR" altLang="en-US" sz="825" b="1">
                <a:latin typeface="+mn-ea"/>
              </a:rPr>
              <a:t>■ </a:t>
            </a:r>
            <a:r>
              <a:rPr lang="ko-KR" altLang="en-US" sz="825" b="1" dirty="0">
                <a:latin typeface="+mn-ea"/>
              </a:rPr>
              <a:t>회원관리</a:t>
            </a:r>
            <a:r>
              <a:rPr lang="en-US" altLang="ko-KR" sz="825" b="1" dirty="0">
                <a:latin typeface="+mn-ea"/>
              </a:rPr>
              <a:t>(</a:t>
            </a:r>
            <a:r>
              <a:rPr lang="ko-KR" altLang="en-US" sz="825" b="1" dirty="0">
                <a:latin typeface="+mn-ea"/>
              </a:rPr>
              <a:t>사용자측</a:t>
            </a:r>
            <a:r>
              <a:rPr lang="en-US" altLang="ko-KR" sz="825" b="1" dirty="0">
                <a:latin typeface="+mn-ea"/>
              </a:rPr>
              <a:t>)</a:t>
            </a:r>
            <a:endParaRPr lang="en-US" altLang="ko-KR" sz="750" dirty="0">
              <a:latin typeface="+mn-ea"/>
            </a:endParaRPr>
          </a:p>
          <a:p>
            <a:pPr>
              <a:defRPr/>
            </a:pPr>
            <a:r>
              <a:rPr lang="en-US" altLang="ko-KR" sz="750" dirty="0">
                <a:latin typeface="+mn-ea"/>
              </a:rPr>
              <a:t>  - </a:t>
            </a:r>
            <a:r>
              <a:rPr lang="ko-KR" altLang="en-US" sz="750" dirty="0">
                <a:latin typeface="+mn-ea"/>
              </a:rPr>
              <a:t>로그인</a:t>
            </a:r>
            <a:r>
              <a:rPr lang="en-US" altLang="ko-KR" sz="750" dirty="0">
                <a:latin typeface="+mn-ea"/>
              </a:rPr>
              <a:t>/</a:t>
            </a:r>
            <a:r>
              <a:rPr lang="ko-KR" altLang="en-US" sz="750" dirty="0">
                <a:latin typeface="+mn-ea"/>
              </a:rPr>
              <a:t>로그아웃</a:t>
            </a:r>
            <a:r>
              <a:rPr lang="en-US" altLang="ko-KR" sz="750" dirty="0">
                <a:latin typeface="+mn-ea"/>
              </a:rPr>
              <a:t>, </a:t>
            </a:r>
            <a:r>
              <a:rPr lang="ko-KR" altLang="en-US" sz="750" dirty="0">
                <a:latin typeface="+mn-ea"/>
              </a:rPr>
              <a:t>회원가입</a:t>
            </a:r>
            <a:r>
              <a:rPr lang="en-US" altLang="ko-KR" sz="750" dirty="0">
                <a:latin typeface="+mn-ea"/>
              </a:rPr>
              <a:t>, </a:t>
            </a:r>
            <a:r>
              <a:rPr lang="ko-KR" altLang="en-US" sz="750" dirty="0">
                <a:latin typeface="+mn-ea"/>
              </a:rPr>
              <a:t>회원탈퇴</a:t>
            </a:r>
            <a:r>
              <a:rPr lang="en-US" altLang="ko-KR" sz="750" dirty="0">
                <a:latin typeface="+mn-ea"/>
              </a:rPr>
              <a:t>, </a:t>
            </a:r>
            <a:r>
              <a:rPr lang="ko-KR" altLang="en-US" sz="750" dirty="0" err="1">
                <a:latin typeface="+mn-ea"/>
              </a:rPr>
              <a:t>내서재</a:t>
            </a:r>
            <a:r>
              <a:rPr lang="en-US" altLang="ko-KR" sz="750" dirty="0">
                <a:latin typeface="+mn-ea"/>
              </a:rPr>
              <a:t>(</a:t>
            </a:r>
            <a:r>
              <a:rPr lang="ko-KR" altLang="en-US" sz="750" dirty="0">
                <a:latin typeface="+mn-ea"/>
              </a:rPr>
              <a:t>대출현황</a:t>
            </a:r>
            <a:r>
              <a:rPr lang="en-US" altLang="ko-KR" sz="750" dirty="0">
                <a:latin typeface="+mn-ea"/>
              </a:rPr>
              <a:t>, </a:t>
            </a:r>
            <a:r>
              <a:rPr lang="ko-KR" altLang="en-US" sz="750" dirty="0">
                <a:latin typeface="+mn-ea"/>
              </a:rPr>
              <a:t>예약현황</a:t>
            </a:r>
            <a:r>
              <a:rPr lang="en-US" altLang="ko-KR" sz="750" dirty="0">
                <a:latin typeface="+mn-ea"/>
              </a:rPr>
              <a:t>)</a:t>
            </a:r>
          </a:p>
          <a:p>
            <a:pPr>
              <a:defRPr/>
            </a:pPr>
            <a:endParaRPr lang="en-US" altLang="ko-KR" sz="750" dirty="0">
              <a:latin typeface="+mn-ea"/>
            </a:endParaRPr>
          </a:p>
          <a:p>
            <a:pPr>
              <a:defRPr/>
            </a:pPr>
            <a:r>
              <a:rPr lang="ko-KR" altLang="en-US" sz="750" b="1" dirty="0">
                <a:latin typeface="+mn-ea"/>
              </a:rPr>
              <a:t>■ 자유게시판</a:t>
            </a:r>
            <a:r>
              <a:rPr lang="en-US" altLang="ko-KR" sz="750" b="1" dirty="0">
                <a:latin typeface="+mn-ea"/>
              </a:rPr>
              <a:t>(</a:t>
            </a:r>
            <a:r>
              <a:rPr lang="ko-KR" altLang="en-US" sz="750" b="1" dirty="0">
                <a:latin typeface="+mn-ea"/>
              </a:rPr>
              <a:t>사용자</a:t>
            </a:r>
            <a:r>
              <a:rPr lang="en-US" altLang="ko-KR" sz="750" b="1" dirty="0">
                <a:latin typeface="+mn-ea"/>
              </a:rPr>
              <a:t>, </a:t>
            </a:r>
            <a:r>
              <a:rPr lang="ko-KR" altLang="en-US" sz="750" b="1" dirty="0">
                <a:latin typeface="+mn-ea"/>
              </a:rPr>
              <a:t>관리자 측</a:t>
            </a:r>
            <a:r>
              <a:rPr lang="en-US" altLang="ko-KR" sz="750" b="1" dirty="0">
                <a:latin typeface="+mn-ea"/>
              </a:rPr>
              <a:t>)</a:t>
            </a:r>
          </a:p>
          <a:p>
            <a:pPr>
              <a:defRPr/>
            </a:pPr>
            <a:r>
              <a:rPr lang="en-US" altLang="ko-KR" sz="750" dirty="0">
                <a:latin typeface="+mn-ea"/>
              </a:rPr>
              <a:t>  - </a:t>
            </a:r>
            <a:r>
              <a:rPr lang="ko-KR" altLang="en-US" sz="750" dirty="0">
                <a:latin typeface="+mn-ea"/>
              </a:rPr>
              <a:t>답변</a:t>
            </a:r>
            <a:r>
              <a:rPr lang="en-US" altLang="ko-KR" sz="750" dirty="0">
                <a:latin typeface="+mn-ea"/>
              </a:rPr>
              <a:t>, </a:t>
            </a:r>
            <a:r>
              <a:rPr lang="ko-KR" altLang="en-US" sz="750" dirty="0" err="1">
                <a:latin typeface="+mn-ea"/>
              </a:rPr>
              <a:t>페이징</a:t>
            </a:r>
            <a:endParaRPr lang="en-US" altLang="ko-KR" sz="750" dirty="0">
              <a:latin typeface="+mn-ea"/>
            </a:endParaRPr>
          </a:p>
          <a:p>
            <a:pPr>
              <a:defRPr/>
            </a:pPr>
            <a:endParaRPr lang="en-US" altLang="ko-KR" sz="750" dirty="0">
              <a:latin typeface="+mn-ea"/>
            </a:endParaRPr>
          </a:p>
          <a:p>
            <a:pPr>
              <a:defRPr/>
            </a:pPr>
            <a:r>
              <a:rPr lang="ko-KR" altLang="en-US" sz="750" b="1" dirty="0">
                <a:latin typeface="+mn-ea"/>
              </a:rPr>
              <a:t>■ 관리자 등록 삭제</a:t>
            </a:r>
            <a:r>
              <a:rPr lang="en-US" altLang="ko-KR" sz="750" b="1" dirty="0">
                <a:latin typeface="+mn-ea"/>
              </a:rPr>
              <a:t>(</a:t>
            </a:r>
            <a:r>
              <a:rPr lang="ko-KR" altLang="en-US" sz="750" b="1" dirty="0">
                <a:latin typeface="+mn-ea"/>
              </a:rPr>
              <a:t>관리자 측</a:t>
            </a:r>
            <a:r>
              <a:rPr lang="en-US" altLang="ko-KR" sz="750" b="1" dirty="0">
                <a:latin typeface="+mn-ea"/>
              </a:rPr>
              <a:t>)</a:t>
            </a:r>
          </a:p>
          <a:p>
            <a:pPr>
              <a:defRPr/>
            </a:pPr>
            <a:endParaRPr lang="en-US" altLang="ko-KR" sz="750" b="1" dirty="0">
              <a:latin typeface="+mn-ea"/>
            </a:endParaRPr>
          </a:p>
          <a:p>
            <a:pPr>
              <a:defRPr/>
            </a:pPr>
            <a:r>
              <a:rPr lang="ko-KR" altLang="en-US" sz="750" b="1" dirty="0">
                <a:latin typeface="+mn-ea"/>
              </a:rPr>
              <a:t>■ 회원강등</a:t>
            </a:r>
            <a:r>
              <a:rPr lang="en-US" altLang="ko-KR" sz="750" b="1" dirty="0">
                <a:latin typeface="+mn-ea"/>
              </a:rPr>
              <a:t>, </a:t>
            </a:r>
            <a:r>
              <a:rPr lang="ko-KR" altLang="en-US" sz="750" b="1" dirty="0" err="1">
                <a:latin typeface="+mn-ea"/>
              </a:rPr>
              <a:t>레벨별</a:t>
            </a:r>
            <a:r>
              <a:rPr lang="ko-KR" altLang="en-US" sz="750" b="1" dirty="0">
                <a:latin typeface="+mn-ea"/>
              </a:rPr>
              <a:t> 전체목록</a:t>
            </a:r>
            <a:r>
              <a:rPr lang="en-US" altLang="ko-KR" sz="750" b="1" dirty="0">
                <a:latin typeface="+mn-ea"/>
              </a:rPr>
              <a:t>(</a:t>
            </a:r>
            <a:r>
              <a:rPr lang="ko-KR" altLang="en-US" sz="750" b="1" dirty="0" err="1">
                <a:latin typeface="+mn-ea"/>
              </a:rPr>
              <a:t>관리자측</a:t>
            </a:r>
            <a:r>
              <a:rPr lang="en-US" altLang="ko-KR" sz="750" b="1" dirty="0">
                <a:latin typeface="+mn-ea"/>
              </a:rPr>
              <a:t>)</a:t>
            </a:r>
          </a:p>
          <a:p>
            <a:pPr>
              <a:defRPr/>
            </a:pPr>
            <a:endParaRPr lang="en-US" altLang="ko-KR" sz="750" b="1" dirty="0">
              <a:latin typeface="+mn-ea"/>
            </a:endParaRPr>
          </a:p>
          <a:p>
            <a:pPr>
              <a:defRPr/>
            </a:pPr>
            <a:r>
              <a:rPr lang="ko-KR" altLang="en-US" sz="750" b="1" dirty="0">
                <a:latin typeface="+mn-ea"/>
              </a:rPr>
              <a:t>■ 공지사항 게시판</a:t>
            </a:r>
            <a:r>
              <a:rPr lang="en-US" altLang="ko-KR" sz="750" b="1" dirty="0">
                <a:latin typeface="+mn-ea"/>
              </a:rPr>
              <a:t>(</a:t>
            </a:r>
            <a:r>
              <a:rPr lang="ko-KR" altLang="en-US" sz="750" b="1" dirty="0">
                <a:latin typeface="+mn-ea"/>
              </a:rPr>
              <a:t>관리자기능</a:t>
            </a:r>
            <a:r>
              <a:rPr lang="en-US" altLang="ko-KR" sz="750" b="1" dirty="0">
                <a:latin typeface="+mn-ea"/>
              </a:rPr>
              <a:t>)</a:t>
            </a:r>
          </a:p>
          <a:p>
            <a:pPr>
              <a:defRPr/>
            </a:pPr>
            <a:endParaRPr lang="en-US" altLang="ko-KR" sz="750" b="1" dirty="0">
              <a:latin typeface="+mn-ea"/>
            </a:endParaRPr>
          </a:p>
        </p:txBody>
      </p:sp>
      <p:grpSp>
        <p:nvGrpSpPr>
          <p:cNvPr id="16" name="그룹 4"/>
          <p:cNvGrpSpPr>
            <a:grpSpLocks/>
          </p:cNvGrpSpPr>
          <p:nvPr/>
        </p:nvGrpSpPr>
        <p:grpSpPr bwMode="auto">
          <a:xfrm>
            <a:off x="4573620" y="2733769"/>
            <a:ext cx="2564606" cy="2268252"/>
            <a:chOff x="683568" y="908720"/>
            <a:chExt cx="3420000" cy="3023144"/>
          </a:xfrm>
        </p:grpSpPr>
        <p:sp>
          <p:nvSpPr>
            <p:cNvPr id="17" name="직사각형 16"/>
            <p:cNvSpPr/>
            <p:nvPr/>
          </p:nvSpPr>
          <p:spPr>
            <a:xfrm>
              <a:off x="683568" y="908720"/>
              <a:ext cx="3420000" cy="360220"/>
            </a:xfrm>
            <a:prstGeom prst="rect">
              <a:avLst/>
            </a:prstGeom>
            <a:solidFill>
              <a:srgbClr val="987C4D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r>
                <a:rPr lang="ko-KR" altLang="en-US" sz="1050" b="1" dirty="0"/>
                <a:t>김</a:t>
              </a:r>
              <a:r>
                <a:rPr lang="ko-KR" altLang="en-US" sz="1050" b="1"/>
                <a:t>무개</a:t>
              </a:r>
              <a:endParaRPr lang="ko-KR" altLang="en-US" sz="1050" b="1" dirty="0"/>
            </a:p>
          </p:txBody>
        </p:sp>
        <p:sp>
          <p:nvSpPr>
            <p:cNvPr id="18" name="직사각형 17"/>
            <p:cNvSpPr/>
            <p:nvPr/>
          </p:nvSpPr>
          <p:spPr>
            <a:xfrm>
              <a:off x="683568" y="1340349"/>
              <a:ext cx="3420000" cy="2591515"/>
            </a:xfrm>
            <a:prstGeom prst="rect">
              <a:avLst/>
            </a:prstGeom>
            <a:noFill/>
            <a:ln w="19050">
              <a:solidFill>
                <a:srgbClr val="D6D7DE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ko-KR" altLang="en-US" sz="1350"/>
            </a:p>
          </p:txBody>
        </p:sp>
      </p:grpSp>
      <p:sp>
        <p:nvSpPr>
          <p:cNvPr id="19" name="TextBox 18"/>
          <p:cNvSpPr txBox="1"/>
          <p:nvPr/>
        </p:nvSpPr>
        <p:spPr>
          <a:xfrm>
            <a:off x="4654582" y="3057620"/>
            <a:ext cx="2564606" cy="1927451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ko-KR" altLang="en-US" sz="825" b="1" dirty="0">
                <a:latin typeface="+mn-ea"/>
              </a:rPr>
              <a:t>■ 소프트웨어 설계</a:t>
            </a:r>
            <a:endParaRPr lang="en-US" altLang="ko-KR" sz="825" b="1" dirty="0">
              <a:latin typeface="+mn-ea"/>
            </a:endParaRPr>
          </a:p>
          <a:p>
            <a:pPr>
              <a:defRPr/>
            </a:pPr>
            <a:r>
              <a:rPr lang="en-US" altLang="ko-KR" sz="825" dirty="0">
                <a:latin typeface="+mn-ea"/>
              </a:rPr>
              <a:t> - </a:t>
            </a:r>
            <a:r>
              <a:rPr lang="ko-KR" altLang="en-US" sz="825" dirty="0">
                <a:latin typeface="+mn-ea"/>
              </a:rPr>
              <a:t>프로젝트 전반적 설계</a:t>
            </a:r>
            <a:r>
              <a:rPr lang="en-US" altLang="ko-KR" sz="825" dirty="0">
                <a:latin typeface="+mn-ea"/>
              </a:rPr>
              <a:t>, UML</a:t>
            </a:r>
          </a:p>
          <a:p>
            <a:pPr>
              <a:defRPr/>
            </a:pPr>
            <a:endParaRPr lang="en-US" altLang="ko-KR" sz="825" b="1" dirty="0">
              <a:latin typeface="+mn-ea"/>
            </a:endParaRPr>
          </a:p>
          <a:p>
            <a:pPr>
              <a:defRPr/>
            </a:pPr>
            <a:r>
              <a:rPr lang="ko-KR" altLang="en-US" sz="825" b="1" dirty="0">
                <a:latin typeface="+mn-ea"/>
              </a:rPr>
              <a:t>■ 메인 페이지</a:t>
            </a:r>
            <a:r>
              <a:rPr lang="en-US" altLang="ko-KR" sz="825" b="1" dirty="0">
                <a:latin typeface="+mn-ea"/>
              </a:rPr>
              <a:t>(header, footer </a:t>
            </a:r>
            <a:r>
              <a:rPr lang="ko-KR" altLang="en-US" sz="825" b="1" dirty="0">
                <a:latin typeface="+mn-ea"/>
              </a:rPr>
              <a:t>포함</a:t>
            </a:r>
            <a:r>
              <a:rPr lang="en-US" altLang="ko-KR" sz="825" b="1" dirty="0">
                <a:latin typeface="+mn-ea"/>
              </a:rPr>
              <a:t>)</a:t>
            </a:r>
          </a:p>
          <a:p>
            <a:pPr>
              <a:defRPr/>
            </a:pPr>
            <a:r>
              <a:rPr lang="en-US" altLang="ko-KR" sz="825" dirty="0">
                <a:latin typeface="+mn-ea"/>
              </a:rPr>
              <a:t> -</a:t>
            </a:r>
            <a:r>
              <a:rPr lang="ko-KR" altLang="en-US" sz="825" dirty="0">
                <a:latin typeface="+mn-ea"/>
              </a:rPr>
              <a:t> </a:t>
            </a:r>
            <a:r>
              <a:rPr lang="en-US" altLang="ko-KR" sz="825" dirty="0">
                <a:latin typeface="+mn-ea"/>
              </a:rPr>
              <a:t> </a:t>
            </a:r>
            <a:r>
              <a:rPr lang="ko-KR" altLang="en-US" sz="825" dirty="0">
                <a:latin typeface="+mn-ea"/>
              </a:rPr>
              <a:t>남산도서관</a:t>
            </a:r>
            <a:r>
              <a:rPr lang="en-US" altLang="ko-KR" sz="825" dirty="0">
                <a:latin typeface="+mn-ea"/>
              </a:rPr>
              <a:t>, </a:t>
            </a:r>
            <a:r>
              <a:rPr lang="ko-KR" altLang="en-US" sz="825" dirty="0">
                <a:latin typeface="+mn-ea"/>
              </a:rPr>
              <a:t>한국외대도서관</a:t>
            </a:r>
            <a:r>
              <a:rPr lang="en-US" altLang="ko-KR" sz="825" dirty="0">
                <a:latin typeface="+mn-ea"/>
              </a:rPr>
              <a:t>, KOLAS </a:t>
            </a:r>
            <a:r>
              <a:rPr lang="ko-KR" altLang="en-US" sz="825" dirty="0">
                <a:latin typeface="+mn-ea"/>
              </a:rPr>
              <a:t>벤치마킹</a:t>
            </a:r>
            <a:endParaRPr lang="en-US" altLang="ko-KR" sz="825" dirty="0">
              <a:latin typeface="+mn-ea"/>
            </a:endParaRPr>
          </a:p>
          <a:p>
            <a:pPr>
              <a:defRPr/>
            </a:pPr>
            <a:endParaRPr lang="en-US" altLang="ko-KR" sz="825" b="1" dirty="0">
              <a:latin typeface="+mn-ea"/>
            </a:endParaRPr>
          </a:p>
          <a:p>
            <a:pPr>
              <a:defRPr/>
            </a:pPr>
            <a:r>
              <a:rPr lang="ko-KR" altLang="en-US" sz="825" b="1" dirty="0">
                <a:latin typeface="+mn-ea"/>
              </a:rPr>
              <a:t>■ 도서신청 게시판</a:t>
            </a:r>
            <a:r>
              <a:rPr lang="en-US" altLang="ko-KR" sz="825" b="1" dirty="0">
                <a:latin typeface="+mn-ea"/>
              </a:rPr>
              <a:t>(</a:t>
            </a:r>
            <a:r>
              <a:rPr lang="ko-KR" altLang="en-US" sz="825" b="1" dirty="0">
                <a:latin typeface="+mn-ea"/>
              </a:rPr>
              <a:t>사용자기능</a:t>
            </a:r>
            <a:r>
              <a:rPr lang="en-US" altLang="ko-KR" sz="825" b="1" dirty="0">
                <a:latin typeface="+mn-ea"/>
              </a:rPr>
              <a:t>)</a:t>
            </a:r>
          </a:p>
          <a:p>
            <a:pPr>
              <a:defRPr/>
            </a:pPr>
            <a:r>
              <a:rPr lang="en-US" altLang="ko-KR" sz="750" dirty="0">
                <a:latin typeface="+mn-ea"/>
              </a:rPr>
              <a:t>  -</a:t>
            </a:r>
            <a:r>
              <a:rPr lang="ko-KR" altLang="en-US" sz="750" dirty="0">
                <a:latin typeface="+mn-ea"/>
              </a:rPr>
              <a:t> </a:t>
            </a:r>
            <a:r>
              <a:rPr lang="en-US" altLang="ko-KR" sz="750" dirty="0">
                <a:latin typeface="+mn-ea"/>
              </a:rPr>
              <a:t> </a:t>
            </a:r>
            <a:r>
              <a:rPr lang="ko-KR" altLang="en-US" sz="750" dirty="0">
                <a:latin typeface="+mn-ea"/>
              </a:rPr>
              <a:t>도서이미지파일업로드</a:t>
            </a:r>
            <a:r>
              <a:rPr lang="en-US" altLang="ko-KR" sz="750" dirty="0">
                <a:latin typeface="+mn-ea"/>
              </a:rPr>
              <a:t>, </a:t>
            </a:r>
            <a:r>
              <a:rPr lang="ko-KR" altLang="en-US" sz="750" dirty="0" err="1">
                <a:latin typeface="+mn-ea"/>
              </a:rPr>
              <a:t>답변달기</a:t>
            </a:r>
            <a:r>
              <a:rPr lang="en-US" altLang="ko-KR" sz="750" dirty="0">
                <a:latin typeface="+mn-ea"/>
              </a:rPr>
              <a:t>, </a:t>
            </a:r>
            <a:r>
              <a:rPr lang="ko-KR" altLang="en-US" sz="750" dirty="0" err="1">
                <a:latin typeface="+mn-ea"/>
              </a:rPr>
              <a:t>댓글</a:t>
            </a:r>
            <a:r>
              <a:rPr lang="en-US" altLang="ko-KR" sz="750" dirty="0">
                <a:latin typeface="+mn-ea"/>
              </a:rPr>
              <a:t>, </a:t>
            </a:r>
            <a:r>
              <a:rPr lang="ko-KR" altLang="en-US" sz="750" dirty="0" err="1">
                <a:latin typeface="+mn-ea"/>
              </a:rPr>
              <a:t>페이징</a:t>
            </a:r>
            <a:endParaRPr lang="en-US" altLang="ko-KR" sz="750" dirty="0">
              <a:latin typeface="+mn-ea"/>
            </a:endParaRPr>
          </a:p>
          <a:p>
            <a:pPr>
              <a:defRPr/>
            </a:pPr>
            <a:endParaRPr lang="en-US" altLang="ko-KR" sz="750" dirty="0">
              <a:latin typeface="+mn-ea"/>
            </a:endParaRPr>
          </a:p>
          <a:p>
            <a:pPr>
              <a:defRPr/>
            </a:pPr>
            <a:r>
              <a:rPr lang="ko-KR" altLang="en-US" sz="825" b="1" dirty="0">
                <a:latin typeface="+mn-ea"/>
              </a:rPr>
              <a:t>■ 도서검색</a:t>
            </a:r>
            <a:r>
              <a:rPr lang="en-US" altLang="ko-KR" sz="825" b="1" dirty="0">
                <a:latin typeface="+mn-ea"/>
              </a:rPr>
              <a:t>(</a:t>
            </a:r>
            <a:r>
              <a:rPr lang="ko-KR" altLang="en-US" sz="825" b="1" dirty="0">
                <a:latin typeface="+mn-ea"/>
              </a:rPr>
              <a:t>사용자</a:t>
            </a:r>
            <a:r>
              <a:rPr lang="en-US" altLang="ko-KR" sz="825" b="1" dirty="0">
                <a:latin typeface="+mn-ea"/>
              </a:rPr>
              <a:t>, </a:t>
            </a:r>
            <a:r>
              <a:rPr lang="ko-KR" altLang="en-US" sz="825" b="1" dirty="0">
                <a:latin typeface="+mn-ea"/>
              </a:rPr>
              <a:t>관리자 양측</a:t>
            </a:r>
            <a:r>
              <a:rPr lang="en-US" altLang="ko-KR" sz="825" b="1" dirty="0">
                <a:latin typeface="+mn-ea"/>
              </a:rPr>
              <a:t>)</a:t>
            </a:r>
          </a:p>
          <a:p>
            <a:pPr>
              <a:defRPr/>
            </a:pPr>
            <a:endParaRPr lang="en-US" altLang="ko-KR" sz="825" b="1" dirty="0">
              <a:latin typeface="+mn-ea"/>
            </a:endParaRPr>
          </a:p>
          <a:p>
            <a:pPr>
              <a:defRPr/>
            </a:pPr>
            <a:r>
              <a:rPr lang="ko-KR" altLang="en-US" sz="750" b="1" dirty="0">
                <a:latin typeface="+mn-ea"/>
              </a:rPr>
              <a:t>■ 도서관리</a:t>
            </a:r>
            <a:r>
              <a:rPr lang="en-US" altLang="ko-KR" sz="750" b="1" dirty="0">
                <a:latin typeface="+mn-ea"/>
              </a:rPr>
              <a:t>(</a:t>
            </a:r>
            <a:r>
              <a:rPr lang="ko-KR" altLang="en-US" sz="750" b="1" dirty="0">
                <a:latin typeface="+mn-ea"/>
              </a:rPr>
              <a:t>관리자기능</a:t>
            </a:r>
            <a:r>
              <a:rPr lang="en-US" altLang="ko-KR" sz="750" b="1" dirty="0">
                <a:latin typeface="+mn-ea"/>
              </a:rPr>
              <a:t>)</a:t>
            </a:r>
          </a:p>
          <a:p>
            <a:pPr>
              <a:defRPr/>
            </a:pPr>
            <a:r>
              <a:rPr lang="en-US" altLang="ko-KR" sz="750" dirty="0">
                <a:latin typeface="+mn-ea"/>
              </a:rPr>
              <a:t> -</a:t>
            </a:r>
            <a:r>
              <a:rPr lang="ko-KR" altLang="en-US" sz="750" dirty="0">
                <a:latin typeface="+mn-ea"/>
              </a:rPr>
              <a:t> </a:t>
            </a:r>
            <a:r>
              <a:rPr lang="en-US" altLang="ko-KR" sz="750" dirty="0">
                <a:latin typeface="+mn-ea"/>
              </a:rPr>
              <a:t> </a:t>
            </a:r>
            <a:r>
              <a:rPr lang="ko-KR" altLang="en-US" sz="750" dirty="0">
                <a:latin typeface="+mn-ea"/>
              </a:rPr>
              <a:t>도서등록</a:t>
            </a:r>
            <a:r>
              <a:rPr lang="en-US" altLang="ko-KR" sz="750" dirty="0">
                <a:latin typeface="+mn-ea"/>
              </a:rPr>
              <a:t>, </a:t>
            </a:r>
            <a:r>
              <a:rPr lang="ko-KR" altLang="en-US" sz="750" dirty="0">
                <a:latin typeface="+mn-ea"/>
              </a:rPr>
              <a:t>도서수정</a:t>
            </a:r>
            <a:r>
              <a:rPr lang="en-US" altLang="ko-KR" sz="750" dirty="0">
                <a:latin typeface="+mn-ea"/>
              </a:rPr>
              <a:t>, </a:t>
            </a:r>
            <a:r>
              <a:rPr lang="ko-KR" altLang="en-US" sz="750" dirty="0">
                <a:latin typeface="+mn-ea"/>
              </a:rPr>
              <a:t>도서삭제</a:t>
            </a:r>
            <a:r>
              <a:rPr lang="en-US" altLang="ko-KR" sz="750" dirty="0">
                <a:latin typeface="+mn-ea"/>
              </a:rPr>
              <a:t>, </a:t>
            </a:r>
            <a:r>
              <a:rPr lang="ko-KR" altLang="en-US" sz="750" dirty="0">
                <a:latin typeface="+mn-ea"/>
              </a:rPr>
              <a:t>파일업로드</a:t>
            </a:r>
            <a:endParaRPr lang="en-US" altLang="ko-KR" sz="750" dirty="0">
              <a:latin typeface="+mn-ea"/>
            </a:endParaRPr>
          </a:p>
          <a:p>
            <a:pPr>
              <a:defRPr/>
            </a:pPr>
            <a:endParaRPr lang="en-US" altLang="ko-KR" sz="750" dirty="0">
              <a:latin typeface="+mn-ea"/>
            </a:endParaRPr>
          </a:p>
          <a:p>
            <a:pPr>
              <a:defRPr/>
            </a:pPr>
            <a:r>
              <a:rPr lang="ko-KR" altLang="en-US" sz="750" b="1" dirty="0">
                <a:latin typeface="+mn-ea"/>
              </a:rPr>
              <a:t>■ 도서 대출</a:t>
            </a:r>
            <a:r>
              <a:rPr lang="en-US" altLang="ko-KR" sz="750" b="1" dirty="0">
                <a:latin typeface="+mn-ea"/>
              </a:rPr>
              <a:t>, </a:t>
            </a:r>
            <a:r>
              <a:rPr lang="ko-KR" altLang="en-US" sz="750" b="1" dirty="0">
                <a:latin typeface="+mn-ea"/>
              </a:rPr>
              <a:t>반납</a:t>
            </a:r>
            <a:r>
              <a:rPr lang="en-US" altLang="ko-KR" sz="750" b="1" dirty="0">
                <a:latin typeface="+mn-ea"/>
              </a:rPr>
              <a:t>(</a:t>
            </a:r>
            <a:r>
              <a:rPr lang="ko-KR" altLang="en-US" sz="750" b="1" dirty="0">
                <a:latin typeface="+mn-ea"/>
              </a:rPr>
              <a:t>관리자 측</a:t>
            </a:r>
            <a:r>
              <a:rPr lang="en-US" altLang="ko-KR" sz="750" b="1" dirty="0">
                <a:latin typeface="+mn-ea"/>
              </a:rPr>
              <a:t>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79512" y="52597"/>
            <a:ext cx="167712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b="1">
                <a:solidFill>
                  <a:srgbClr val="756B5F"/>
                </a:solidFill>
              </a:rPr>
              <a:t>1. </a:t>
            </a:r>
            <a:r>
              <a:rPr lang="ko-KR" altLang="en-US" b="1">
                <a:solidFill>
                  <a:srgbClr val="756B5F"/>
                </a:solidFill>
              </a:rPr>
              <a:t>서론</a:t>
            </a:r>
            <a:endParaRPr lang="ko-KR" altLang="en-US" b="1" dirty="0">
              <a:solidFill>
                <a:srgbClr val="756B5F"/>
              </a:solidFill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323530" y="483519"/>
            <a:ext cx="141340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400">
                <a:solidFill>
                  <a:srgbClr val="464646"/>
                </a:solidFill>
                <a:latin typeface="+mn-ea"/>
              </a:rPr>
              <a:t>1-4. </a:t>
            </a:r>
            <a:r>
              <a:rPr lang="ko-KR" altLang="en-US" sz="1400">
                <a:solidFill>
                  <a:srgbClr val="464646"/>
                </a:solidFill>
                <a:latin typeface="+mn-ea"/>
              </a:rPr>
              <a:t>업무분장</a:t>
            </a:r>
            <a:endParaRPr lang="ko-KR" altLang="en-US" sz="1400" dirty="0">
              <a:solidFill>
                <a:srgbClr val="464646"/>
              </a:solidFill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289747056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974B11-60DB-405B-8211-256C6E064270}" type="slidenum">
              <a:rPr lang="ko-KR" altLang="en-US" smtClean="0"/>
              <a:pPr/>
              <a:t>7</a:t>
            </a:fld>
            <a:endParaRPr lang="ko-KR" altLang="en-US" dirty="0"/>
          </a:p>
        </p:txBody>
      </p:sp>
      <p:sp>
        <p:nvSpPr>
          <p:cNvPr id="4" name="TextBox 3"/>
          <p:cNvSpPr txBox="1"/>
          <p:nvPr/>
        </p:nvSpPr>
        <p:spPr>
          <a:xfrm>
            <a:off x="251520" y="449836"/>
            <a:ext cx="845001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400">
                <a:solidFill>
                  <a:srgbClr val="756B5F"/>
                </a:solidFill>
              </a:rPr>
              <a:t>1. 4. </a:t>
            </a:r>
            <a:r>
              <a:rPr lang="en-US" altLang="ko-KR" sz="1400" dirty="0">
                <a:solidFill>
                  <a:srgbClr val="756B5F"/>
                </a:solidFill>
              </a:rPr>
              <a:t>Gantt Chart</a:t>
            </a:r>
            <a:r>
              <a:rPr lang="ko-KR" altLang="en-US" sz="1400" dirty="0">
                <a:solidFill>
                  <a:srgbClr val="756B5F"/>
                </a:solidFill>
              </a:rPr>
              <a:t>를 이용한 일정관리</a:t>
            </a:r>
          </a:p>
        </p:txBody>
      </p:sp>
      <p:pic>
        <p:nvPicPr>
          <p:cNvPr id="5" name="그림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3568" y="755263"/>
            <a:ext cx="7658156" cy="4058723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79512" y="52597"/>
            <a:ext cx="167712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b="1">
                <a:solidFill>
                  <a:srgbClr val="756B5F"/>
                </a:solidFill>
              </a:rPr>
              <a:t>1. </a:t>
            </a:r>
            <a:r>
              <a:rPr lang="ko-KR" altLang="en-US" b="1">
                <a:solidFill>
                  <a:srgbClr val="756B5F"/>
                </a:solidFill>
              </a:rPr>
              <a:t>서론</a:t>
            </a:r>
            <a:endParaRPr lang="ko-KR" altLang="en-US" b="1" dirty="0">
              <a:solidFill>
                <a:srgbClr val="756B5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7763507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그룹 19"/>
          <p:cNvGrpSpPr>
            <a:grpSpLocks/>
          </p:cNvGrpSpPr>
          <p:nvPr/>
        </p:nvGrpSpPr>
        <p:grpSpPr bwMode="auto">
          <a:xfrm>
            <a:off x="841378" y="843559"/>
            <a:ext cx="7345363" cy="323851"/>
            <a:chOff x="841375" y="1056480"/>
            <a:chExt cx="7344730" cy="432001"/>
          </a:xfrm>
          <a:solidFill>
            <a:srgbClr val="CDC1B6"/>
          </a:solidFill>
        </p:grpSpPr>
        <p:sp>
          <p:nvSpPr>
            <p:cNvPr id="3" name="직사각형 2"/>
            <p:cNvSpPr/>
            <p:nvPr/>
          </p:nvSpPr>
          <p:spPr>
            <a:xfrm>
              <a:off x="841375" y="1056481"/>
              <a:ext cx="1079407" cy="43200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kumimoji="0" lang="en-US" altLang="ko-KR" sz="1400" b="1" dirty="0">
                  <a:solidFill>
                    <a:schemeClr val="bg1"/>
                  </a:solidFill>
                  <a:latin typeface="+mn-ea"/>
                </a:rPr>
                <a:t>OS</a:t>
              </a:r>
            </a:p>
          </p:txBody>
        </p:sp>
        <p:sp>
          <p:nvSpPr>
            <p:cNvPr id="4" name="직사각형 3"/>
            <p:cNvSpPr/>
            <p:nvPr/>
          </p:nvSpPr>
          <p:spPr>
            <a:xfrm>
              <a:off x="2066819" y="1056480"/>
              <a:ext cx="6119286" cy="432000"/>
            </a:xfrm>
            <a:prstGeom prst="rect">
              <a:avLst/>
            </a:prstGeom>
            <a:solidFill>
              <a:schemeClr val="bg1"/>
            </a:solidFill>
            <a:ln w="19050">
              <a:solidFill>
                <a:srgbClr val="CDC1B6"/>
              </a:solidFill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108000" fontAlgn="auto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kumimoji="0" lang="en-US" altLang="ko-KR" sz="1200" dirty="0">
                  <a:solidFill>
                    <a:srgbClr val="3F3F48"/>
                  </a:solidFill>
                  <a:latin typeface="+mn-ea"/>
                </a:rPr>
                <a:t>Windows 10 </a:t>
              </a:r>
              <a:r>
                <a:rPr lang="en-US" altLang="ko-KR" sz="1200" dirty="0">
                  <a:solidFill>
                    <a:srgbClr val="3F3F48"/>
                  </a:solidFill>
                  <a:latin typeface="+mn-ea"/>
                </a:rPr>
                <a:t>Pro</a:t>
              </a:r>
              <a:endParaRPr kumimoji="0" lang="en-US" altLang="ko-KR" sz="1200" dirty="0">
                <a:solidFill>
                  <a:srgbClr val="3F3F48"/>
                </a:solidFill>
                <a:latin typeface="+mn-ea"/>
              </a:endParaRPr>
            </a:p>
          </p:txBody>
        </p:sp>
      </p:grpSp>
      <p:grpSp>
        <p:nvGrpSpPr>
          <p:cNvPr id="11" name="그룹 22"/>
          <p:cNvGrpSpPr>
            <a:grpSpLocks/>
          </p:cNvGrpSpPr>
          <p:nvPr/>
        </p:nvGrpSpPr>
        <p:grpSpPr bwMode="auto">
          <a:xfrm>
            <a:off x="846138" y="1381424"/>
            <a:ext cx="7345362" cy="325041"/>
            <a:chOff x="827088" y="2964656"/>
            <a:chExt cx="7344730" cy="432000"/>
          </a:xfrm>
          <a:solidFill>
            <a:srgbClr val="CDC1B6"/>
          </a:solidFill>
        </p:grpSpPr>
        <p:sp>
          <p:nvSpPr>
            <p:cNvPr id="12" name="직사각형 11"/>
            <p:cNvSpPr/>
            <p:nvPr/>
          </p:nvSpPr>
          <p:spPr>
            <a:xfrm>
              <a:off x="827088" y="2964656"/>
              <a:ext cx="1080994" cy="43200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lIns="0" tIns="0" rIns="0" bIns="0"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kumimoji="0" lang="en-US" altLang="ko-KR" sz="1400" b="1" spc="-100" dirty="0">
                  <a:solidFill>
                    <a:schemeClr val="bg1"/>
                  </a:solidFill>
                  <a:latin typeface="+mn-ea"/>
                </a:rPr>
                <a:t>Language</a:t>
              </a:r>
            </a:p>
          </p:txBody>
        </p:sp>
        <p:sp>
          <p:nvSpPr>
            <p:cNvPr id="13" name="직사각형 12"/>
            <p:cNvSpPr/>
            <p:nvPr/>
          </p:nvSpPr>
          <p:spPr>
            <a:xfrm>
              <a:off x="2052533" y="2964656"/>
              <a:ext cx="6119285" cy="432000"/>
            </a:xfrm>
            <a:prstGeom prst="rect">
              <a:avLst/>
            </a:prstGeom>
            <a:solidFill>
              <a:schemeClr val="bg1"/>
            </a:solidFill>
            <a:ln w="19050">
              <a:solidFill>
                <a:srgbClr val="CDC1B6"/>
              </a:solidFill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lIns="0" rIns="0"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180000" fontAlgn="auto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altLang="ko-KR" sz="1200">
                  <a:solidFill>
                    <a:srgbClr val="3F3F48"/>
                  </a:solidFill>
                  <a:latin typeface="+mn-ea"/>
                </a:rPr>
                <a:t>Python 3.10.5</a:t>
              </a:r>
              <a:endParaRPr kumimoji="0" lang="en-US" altLang="ko-KR" sz="1200" dirty="0">
                <a:solidFill>
                  <a:srgbClr val="3F3F48"/>
                </a:solidFill>
                <a:latin typeface="+mn-ea"/>
              </a:endParaRPr>
            </a:p>
          </p:txBody>
        </p:sp>
      </p:grpSp>
      <p:grpSp>
        <p:nvGrpSpPr>
          <p:cNvPr id="20" name="그룹 26"/>
          <p:cNvGrpSpPr>
            <a:grpSpLocks/>
          </p:cNvGrpSpPr>
          <p:nvPr/>
        </p:nvGrpSpPr>
        <p:grpSpPr bwMode="auto">
          <a:xfrm>
            <a:off x="822329" y="2860972"/>
            <a:ext cx="7364412" cy="1152128"/>
            <a:chOff x="827088" y="5229201"/>
            <a:chExt cx="7364600" cy="924005"/>
          </a:xfrm>
          <a:solidFill>
            <a:srgbClr val="CDC1B6"/>
          </a:solidFill>
        </p:grpSpPr>
        <p:sp>
          <p:nvSpPr>
            <p:cNvPr id="21" name="직사각형 20"/>
            <p:cNvSpPr/>
            <p:nvPr/>
          </p:nvSpPr>
          <p:spPr>
            <a:xfrm>
              <a:off x="2071720" y="5229201"/>
              <a:ext cx="6119968" cy="924005"/>
            </a:xfrm>
            <a:prstGeom prst="rect">
              <a:avLst/>
            </a:prstGeom>
            <a:solidFill>
              <a:schemeClr val="bg1"/>
            </a:solidFill>
            <a:ln w="19050">
              <a:solidFill>
                <a:srgbClr val="CDC1B6"/>
              </a:solidFill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lIns="0" rIns="0" anchor="t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180000" fontAlgn="auto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altLang="ko-KR" sz="1200">
                  <a:solidFill>
                    <a:srgbClr val="3F3F48"/>
                  </a:solidFill>
                  <a:latin typeface="+mn-ea"/>
                </a:rPr>
                <a:t>OpenAI 1.93.0, </a:t>
              </a:r>
              <a:r>
                <a:rPr kumimoji="0" lang="en-US" altLang="ko-KR" sz="1200">
                  <a:solidFill>
                    <a:srgbClr val="3F3F48"/>
                  </a:solidFill>
                  <a:latin typeface="+mn-ea"/>
                </a:rPr>
                <a:t>Tensorflow 2.10, </a:t>
              </a:r>
              <a:r>
                <a:rPr lang="en-US" altLang="ko-KR" sz="1200">
                  <a:solidFill>
                    <a:srgbClr val="3F3F48"/>
                  </a:solidFill>
                  <a:latin typeface="+mn-ea"/>
                </a:rPr>
                <a:t>xgboost 1.7.3, lightgbm</a:t>
              </a:r>
              <a:endParaRPr kumimoji="0" lang="en-US" altLang="ko-KR" sz="1200" dirty="0">
                <a:solidFill>
                  <a:srgbClr val="3F3F48"/>
                </a:solidFill>
                <a:latin typeface="+mn-ea"/>
              </a:endParaRPr>
            </a:p>
          </p:txBody>
        </p:sp>
        <p:sp>
          <p:nvSpPr>
            <p:cNvPr id="22" name="직사각형 21"/>
            <p:cNvSpPr/>
            <p:nvPr/>
          </p:nvSpPr>
          <p:spPr>
            <a:xfrm>
              <a:off x="827088" y="5229201"/>
              <a:ext cx="1081115" cy="345321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lIns="0" tIns="0" rIns="0" bIns="0"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kumimoji="0" lang="en-US" altLang="ko-KR" sz="1400" b="1" spc="-100" dirty="0">
                  <a:solidFill>
                    <a:schemeClr val="bg1"/>
                  </a:solidFill>
                  <a:latin typeface="+mn-ea"/>
                </a:rPr>
                <a:t>Open</a:t>
              </a:r>
            </a:p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kumimoji="0" lang="en-US" altLang="ko-KR" sz="1400" b="1" spc="-100" dirty="0">
                  <a:solidFill>
                    <a:schemeClr val="bg1"/>
                  </a:solidFill>
                  <a:latin typeface="+mn-ea"/>
                </a:rPr>
                <a:t>Source</a:t>
              </a:r>
            </a:p>
          </p:txBody>
        </p:sp>
      </p:grpSp>
      <p:grpSp>
        <p:nvGrpSpPr>
          <p:cNvPr id="23" name="그룹 25"/>
          <p:cNvGrpSpPr>
            <a:grpSpLocks/>
          </p:cNvGrpSpPr>
          <p:nvPr/>
        </p:nvGrpSpPr>
        <p:grpSpPr bwMode="auto">
          <a:xfrm>
            <a:off x="844648" y="1950871"/>
            <a:ext cx="7345362" cy="692887"/>
            <a:chOff x="827088" y="4800600"/>
            <a:chExt cx="7344730" cy="920891"/>
          </a:xfrm>
          <a:solidFill>
            <a:srgbClr val="CDC1B6"/>
          </a:solidFill>
        </p:grpSpPr>
        <p:sp>
          <p:nvSpPr>
            <p:cNvPr id="24" name="직사각형 23"/>
            <p:cNvSpPr/>
            <p:nvPr/>
          </p:nvSpPr>
          <p:spPr>
            <a:xfrm>
              <a:off x="827088" y="4800600"/>
              <a:ext cx="1080994" cy="43200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lIns="0" tIns="0" rIns="0" bIns="0"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kumimoji="0" lang="en-US" altLang="ko-KR" sz="1400" b="1" spc="-100" dirty="0">
                  <a:solidFill>
                    <a:schemeClr val="bg1"/>
                  </a:solidFill>
                  <a:latin typeface="+mn-ea"/>
                </a:rPr>
                <a:t>IDE</a:t>
              </a:r>
            </a:p>
          </p:txBody>
        </p:sp>
        <p:sp>
          <p:nvSpPr>
            <p:cNvPr id="25" name="직사각형 24"/>
            <p:cNvSpPr/>
            <p:nvPr/>
          </p:nvSpPr>
          <p:spPr>
            <a:xfrm>
              <a:off x="2052533" y="4800600"/>
              <a:ext cx="6119285" cy="920891"/>
            </a:xfrm>
            <a:prstGeom prst="rect">
              <a:avLst/>
            </a:prstGeom>
            <a:solidFill>
              <a:schemeClr val="bg1"/>
            </a:solidFill>
            <a:ln w="19050">
              <a:solidFill>
                <a:srgbClr val="CDC1B6"/>
              </a:solidFill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lIns="0" rIns="0"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180000" fontAlgn="auto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altLang="ko-KR" sz="1200">
                  <a:solidFill>
                    <a:srgbClr val="3F3F48"/>
                  </a:solidFill>
                  <a:latin typeface="+mn-ea"/>
                </a:rPr>
                <a:t>Vscode</a:t>
              </a:r>
              <a:r>
                <a:rPr lang="ko-KR" altLang="en-US" sz="1200">
                  <a:solidFill>
                    <a:srgbClr val="3F3F48"/>
                  </a:solidFill>
                  <a:latin typeface="+mn-ea"/>
                </a:rPr>
                <a:t> </a:t>
              </a:r>
              <a:r>
                <a:rPr lang="en-US" altLang="ko-KR" sz="1200">
                  <a:solidFill>
                    <a:srgbClr val="3F3F48"/>
                  </a:solidFill>
                  <a:latin typeface="+mn-ea"/>
                </a:rPr>
                <a:t>v</a:t>
              </a:r>
              <a:r>
                <a:rPr lang="ko-KR" altLang="en-US" sz="1200">
                  <a:solidFill>
                    <a:srgbClr val="3F3F48"/>
                  </a:solidFill>
                  <a:latin typeface="+mn-ea"/>
                </a:rPr>
                <a:t>몇 </a:t>
              </a:r>
              <a:endParaRPr lang="en-US" altLang="ko-KR" sz="1200">
                <a:solidFill>
                  <a:srgbClr val="3F3F48"/>
                </a:solidFill>
                <a:latin typeface="+mn-ea"/>
              </a:endParaRPr>
            </a:p>
            <a:p>
              <a:pPr marL="180000" fontAlgn="auto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altLang="ko-KR" sz="1200">
                  <a:solidFill>
                    <a:srgbClr val="3F3F48"/>
                  </a:solidFill>
                  <a:latin typeface="+mn-ea"/>
                </a:rPr>
                <a:t>Anacomda jupyter notebook(</a:t>
              </a:r>
              <a:r>
                <a:rPr lang="ko-KR" altLang="en-US" sz="1200">
                  <a:solidFill>
                    <a:srgbClr val="3F3F48"/>
                  </a:solidFill>
                  <a:latin typeface="+mn-ea"/>
                </a:rPr>
                <a:t>데이터정제 및 병합</a:t>
              </a:r>
              <a:r>
                <a:rPr lang="en-US" altLang="ko-KR" sz="1200">
                  <a:solidFill>
                    <a:srgbClr val="3F3F48"/>
                  </a:solidFill>
                  <a:latin typeface="+mn-ea"/>
                </a:rPr>
                <a:t>, </a:t>
              </a:r>
              <a:r>
                <a:rPr lang="ko-KR" altLang="en-US" sz="1200">
                  <a:solidFill>
                    <a:srgbClr val="3F3F48"/>
                  </a:solidFill>
                  <a:latin typeface="+mn-ea"/>
                </a:rPr>
                <a:t>그룹화</a:t>
              </a:r>
              <a:r>
                <a:rPr lang="en-US" altLang="ko-KR" sz="1200">
                  <a:solidFill>
                    <a:srgbClr val="3F3F48"/>
                  </a:solidFill>
                  <a:latin typeface="+mn-ea"/>
                </a:rPr>
                <a:t>, ML&amp;DL </a:t>
              </a:r>
              <a:r>
                <a:rPr lang="ko-KR" altLang="en-US" sz="1200">
                  <a:solidFill>
                    <a:srgbClr val="3F3F48"/>
                  </a:solidFill>
                  <a:latin typeface="+mn-ea"/>
                </a:rPr>
                <a:t>분석</a:t>
              </a:r>
              <a:r>
                <a:rPr lang="en-US" altLang="ko-KR" sz="1200">
                  <a:solidFill>
                    <a:srgbClr val="3F3F48"/>
                  </a:solidFill>
                  <a:latin typeface="+mn-ea"/>
                </a:rPr>
                <a:t>), </a:t>
              </a:r>
              <a:endParaRPr kumimoji="0" lang="en-US" altLang="ko-KR" sz="1200" dirty="0">
                <a:solidFill>
                  <a:srgbClr val="3F3F48"/>
                </a:solidFill>
                <a:latin typeface="+mn-ea"/>
              </a:endParaRPr>
            </a:p>
          </p:txBody>
        </p:sp>
      </p:grpSp>
      <p:sp>
        <p:nvSpPr>
          <p:cNvPr id="26" name="슬라이드 번호 개체 틀 2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974B11-60DB-405B-8211-256C6E064270}" type="slidenum">
              <a:rPr lang="ko-KR" altLang="en-US" smtClean="0"/>
              <a:t>8</a:t>
            </a:fld>
            <a:endParaRPr lang="ko-KR" altLang="en-US" dirty="0"/>
          </a:p>
        </p:txBody>
      </p:sp>
      <p:sp>
        <p:nvSpPr>
          <p:cNvPr id="30" name="TextBox 29"/>
          <p:cNvSpPr txBox="1"/>
          <p:nvPr/>
        </p:nvSpPr>
        <p:spPr>
          <a:xfrm>
            <a:off x="251507" y="418431"/>
            <a:ext cx="223224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400" b="1">
                <a:solidFill>
                  <a:srgbClr val="756B5F"/>
                </a:solidFill>
              </a:rPr>
              <a:t>5.  </a:t>
            </a:r>
            <a:r>
              <a:rPr lang="ko-KR" altLang="en-US" sz="1400" b="1">
                <a:solidFill>
                  <a:srgbClr val="756B5F"/>
                </a:solidFill>
              </a:rPr>
              <a:t>개발환경</a:t>
            </a:r>
            <a:r>
              <a:rPr lang="en-US" altLang="ko-KR" sz="1400" b="1">
                <a:solidFill>
                  <a:srgbClr val="756B5F"/>
                </a:solidFill>
              </a:rPr>
              <a:t>(Resource)</a:t>
            </a:r>
            <a:endParaRPr lang="ko-KR" altLang="en-US" sz="1400" b="1" dirty="0">
              <a:solidFill>
                <a:srgbClr val="756B5F"/>
              </a:solidFill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179512" y="52597"/>
            <a:ext cx="167712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b="1">
                <a:solidFill>
                  <a:srgbClr val="756B5F"/>
                </a:solidFill>
              </a:rPr>
              <a:t>1. </a:t>
            </a:r>
            <a:r>
              <a:rPr lang="ko-KR" altLang="en-US" b="1">
                <a:solidFill>
                  <a:srgbClr val="756B5F"/>
                </a:solidFill>
              </a:rPr>
              <a:t>서론</a:t>
            </a:r>
            <a:endParaRPr lang="ko-KR" altLang="en-US" b="1" dirty="0">
              <a:solidFill>
                <a:srgbClr val="756B5F"/>
              </a:solidFill>
            </a:endParaRPr>
          </a:p>
        </p:txBody>
      </p:sp>
      <p:grpSp>
        <p:nvGrpSpPr>
          <p:cNvPr id="18" name="그룹 26">
            <a:extLst>
              <a:ext uri="{FF2B5EF4-FFF2-40B4-BE49-F238E27FC236}">
                <a16:creationId xmlns:a16="http://schemas.microsoft.com/office/drawing/2014/main" id="{2AB25CD1-A473-40BF-BD0A-17F3118012B9}"/>
              </a:ext>
            </a:extLst>
          </p:cNvPr>
          <p:cNvGrpSpPr>
            <a:grpSpLocks/>
          </p:cNvGrpSpPr>
          <p:nvPr/>
        </p:nvGrpSpPr>
        <p:grpSpPr bwMode="auto">
          <a:xfrm>
            <a:off x="788654" y="4149011"/>
            <a:ext cx="7364412" cy="430576"/>
            <a:chOff x="827088" y="5229201"/>
            <a:chExt cx="7364600" cy="345321"/>
          </a:xfrm>
          <a:solidFill>
            <a:srgbClr val="CDC1B6"/>
          </a:solidFill>
        </p:grpSpPr>
        <p:sp>
          <p:nvSpPr>
            <p:cNvPr id="19" name="직사각형 18">
              <a:extLst>
                <a:ext uri="{FF2B5EF4-FFF2-40B4-BE49-F238E27FC236}">
                  <a16:creationId xmlns:a16="http://schemas.microsoft.com/office/drawing/2014/main" id="{AF1ABD10-2DBC-44C1-89CA-5729CE92E0F9}"/>
                </a:ext>
              </a:extLst>
            </p:cNvPr>
            <p:cNvSpPr/>
            <p:nvPr/>
          </p:nvSpPr>
          <p:spPr>
            <a:xfrm>
              <a:off x="2071720" y="5229201"/>
              <a:ext cx="6119968" cy="345321"/>
            </a:xfrm>
            <a:prstGeom prst="rect">
              <a:avLst/>
            </a:prstGeom>
            <a:solidFill>
              <a:schemeClr val="bg1"/>
            </a:solidFill>
            <a:ln w="19050">
              <a:solidFill>
                <a:srgbClr val="CDC1B6"/>
              </a:solidFill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lIns="0" rIns="0" anchor="t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180000" fontAlgn="auto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kumimoji="0" lang="en-US" altLang="ko-KR" sz="1200">
                  <a:solidFill>
                    <a:srgbClr val="3F3F48"/>
                  </a:solidFill>
                  <a:latin typeface="+mn-ea"/>
                </a:rPr>
                <a:t>flaskx.x.</a:t>
              </a:r>
              <a:endParaRPr kumimoji="0" lang="en-US" altLang="ko-KR" sz="1200" dirty="0">
                <a:solidFill>
                  <a:srgbClr val="3F3F48"/>
                </a:solidFill>
                <a:latin typeface="+mn-ea"/>
              </a:endParaRPr>
            </a:p>
          </p:txBody>
        </p:sp>
        <p:sp>
          <p:nvSpPr>
            <p:cNvPr id="27" name="직사각형 26">
              <a:extLst>
                <a:ext uri="{FF2B5EF4-FFF2-40B4-BE49-F238E27FC236}">
                  <a16:creationId xmlns:a16="http://schemas.microsoft.com/office/drawing/2014/main" id="{DEFBF629-EB7A-4037-B408-B7F7F3996B65}"/>
                </a:ext>
              </a:extLst>
            </p:cNvPr>
            <p:cNvSpPr/>
            <p:nvPr/>
          </p:nvSpPr>
          <p:spPr>
            <a:xfrm>
              <a:off x="827088" y="5229201"/>
              <a:ext cx="1081115" cy="345321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lIns="0" tIns="0" rIns="0" bIns="0"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kumimoji="0" lang="en-US" altLang="ko-KR" sz="1400" b="1" spc="-100">
                  <a:solidFill>
                    <a:schemeClr val="bg1"/>
                  </a:solidFill>
                  <a:latin typeface="+mn-ea"/>
                </a:rPr>
                <a:t>Framework</a:t>
              </a:r>
              <a:endParaRPr kumimoji="0" lang="en-US" altLang="ko-KR" sz="1400" b="1" spc="-100" dirty="0">
                <a:solidFill>
                  <a:schemeClr val="bg1"/>
                </a:solidFill>
                <a:latin typeface="+mn-ea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60727751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9FCEE3D2-8D7C-4399-9124-487ADAD09E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974B11-60DB-405B-8211-256C6E064270}" type="slidenum">
              <a:rPr lang="ko-KR" altLang="en-US" smtClean="0"/>
              <a:pPr/>
              <a:t>9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06877868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974B11-60DB-405B-8211-256C6E064270}" type="slidenum">
              <a:rPr lang="ko-KR" altLang="en-US" smtClean="0"/>
              <a:pPr/>
              <a:t>10</a:t>
            </a:fld>
            <a:endParaRPr lang="ko-KR" altLang="en-US" dirty="0"/>
          </a:p>
        </p:txBody>
      </p:sp>
      <p:sp>
        <p:nvSpPr>
          <p:cNvPr id="3" name="TextBox 2"/>
          <p:cNvSpPr txBox="1"/>
          <p:nvPr/>
        </p:nvSpPr>
        <p:spPr>
          <a:xfrm>
            <a:off x="285792" y="86430"/>
            <a:ext cx="4286208" cy="3000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350" b="1">
                <a:solidFill>
                  <a:srgbClr val="756B5F"/>
                </a:solidFill>
              </a:rPr>
              <a:t>웹서비스의 작업분할구조도 및 순차다이어그램</a:t>
            </a:r>
            <a:endParaRPr lang="ko-KR" altLang="en-US" sz="1350" b="1" dirty="0">
              <a:solidFill>
                <a:srgbClr val="756B5F"/>
              </a:solidFill>
            </a:endParaRPr>
          </a:p>
        </p:txBody>
      </p:sp>
      <p:sp>
        <p:nvSpPr>
          <p:cNvPr id="5" name="직사각형 4"/>
          <p:cNvSpPr/>
          <p:nvPr/>
        </p:nvSpPr>
        <p:spPr>
          <a:xfrm>
            <a:off x="2459484" y="1371131"/>
            <a:ext cx="594096" cy="243000"/>
          </a:xfrm>
          <a:prstGeom prst="rect">
            <a:avLst/>
          </a:prstGeom>
          <a:solidFill>
            <a:srgbClr val="987C4D"/>
          </a:solidFill>
          <a:ln>
            <a:solidFill>
              <a:srgbClr val="987C4D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ko-KR" altLang="en-US" sz="750" b="1"/>
              <a:t>프로젝트명</a:t>
            </a:r>
            <a:endParaRPr lang="ko-KR" altLang="en-US" sz="750" b="1" dirty="0"/>
          </a:p>
        </p:txBody>
      </p:sp>
      <p:sp>
        <p:nvSpPr>
          <p:cNvPr id="12" name="직사각형 11"/>
          <p:cNvSpPr/>
          <p:nvPr/>
        </p:nvSpPr>
        <p:spPr>
          <a:xfrm>
            <a:off x="400442" y="1988607"/>
            <a:ext cx="323116" cy="378000"/>
          </a:xfrm>
          <a:prstGeom prst="rect">
            <a:avLst/>
          </a:prstGeom>
          <a:solidFill>
            <a:srgbClr val="987C4D"/>
          </a:solidFill>
          <a:ln>
            <a:solidFill>
              <a:srgbClr val="987C4D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ko-KR" altLang="en-US" sz="750" b="1" dirty="0"/>
              <a:t>관리자관리</a:t>
            </a:r>
          </a:p>
        </p:txBody>
      </p:sp>
      <p:sp>
        <p:nvSpPr>
          <p:cNvPr id="13" name="직사각형 12"/>
          <p:cNvSpPr/>
          <p:nvPr/>
        </p:nvSpPr>
        <p:spPr>
          <a:xfrm>
            <a:off x="1689151" y="1963802"/>
            <a:ext cx="270000" cy="378000"/>
          </a:xfrm>
          <a:prstGeom prst="rect">
            <a:avLst/>
          </a:prstGeom>
          <a:solidFill>
            <a:srgbClr val="987C4D"/>
          </a:solidFill>
          <a:ln>
            <a:solidFill>
              <a:srgbClr val="987C4D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ko-KR" altLang="en-US" sz="750" b="1" dirty="0"/>
              <a:t>회원</a:t>
            </a:r>
            <a:endParaRPr lang="en-US" altLang="ko-KR" sz="750" b="1" dirty="0"/>
          </a:p>
          <a:p>
            <a:pPr algn="ctr"/>
            <a:r>
              <a:rPr lang="ko-KR" altLang="en-US" sz="750" b="1" dirty="0"/>
              <a:t>관리</a:t>
            </a:r>
          </a:p>
        </p:txBody>
      </p:sp>
      <p:sp>
        <p:nvSpPr>
          <p:cNvPr id="14" name="직사각형 13"/>
          <p:cNvSpPr/>
          <p:nvPr/>
        </p:nvSpPr>
        <p:spPr>
          <a:xfrm>
            <a:off x="3424777" y="1938997"/>
            <a:ext cx="270000" cy="378000"/>
          </a:xfrm>
          <a:prstGeom prst="rect">
            <a:avLst/>
          </a:prstGeom>
          <a:solidFill>
            <a:srgbClr val="987C4D"/>
          </a:solidFill>
          <a:ln>
            <a:solidFill>
              <a:srgbClr val="987C4D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ko-KR" altLang="en-US" sz="750" b="1" dirty="0"/>
              <a:t>도서관리</a:t>
            </a:r>
          </a:p>
        </p:txBody>
      </p:sp>
      <p:sp>
        <p:nvSpPr>
          <p:cNvPr id="16" name="직사각형 15"/>
          <p:cNvSpPr/>
          <p:nvPr/>
        </p:nvSpPr>
        <p:spPr>
          <a:xfrm>
            <a:off x="2614717" y="1937454"/>
            <a:ext cx="270000" cy="378000"/>
          </a:xfrm>
          <a:prstGeom prst="rect">
            <a:avLst/>
          </a:prstGeom>
          <a:solidFill>
            <a:srgbClr val="987C4D"/>
          </a:solidFill>
          <a:ln>
            <a:solidFill>
              <a:srgbClr val="987C4D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ko-KR" altLang="en-US" sz="750" b="1" dirty="0"/>
              <a:t>대출</a:t>
            </a:r>
            <a:endParaRPr lang="en-US" altLang="ko-KR" sz="750" b="1" dirty="0"/>
          </a:p>
          <a:p>
            <a:pPr algn="ctr"/>
            <a:r>
              <a:rPr lang="ko-KR" altLang="en-US" sz="750" b="1" dirty="0"/>
              <a:t>반납</a:t>
            </a:r>
          </a:p>
        </p:txBody>
      </p:sp>
      <p:sp>
        <p:nvSpPr>
          <p:cNvPr id="18" name="직사각형 17"/>
          <p:cNvSpPr/>
          <p:nvPr/>
        </p:nvSpPr>
        <p:spPr>
          <a:xfrm>
            <a:off x="616495" y="3053445"/>
            <a:ext cx="270000" cy="378000"/>
          </a:xfrm>
          <a:prstGeom prst="rect">
            <a:avLst/>
          </a:prstGeom>
          <a:solidFill>
            <a:srgbClr val="CDC1B6"/>
          </a:solidFill>
          <a:ln>
            <a:solidFill>
              <a:srgbClr val="CDC1B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ko-KR" altLang="en-US" sz="750" b="1" dirty="0">
                <a:solidFill>
                  <a:schemeClr val="tx1"/>
                </a:solidFill>
              </a:rPr>
              <a:t>사서</a:t>
            </a:r>
            <a:endParaRPr lang="en-US" altLang="ko-KR" sz="750" b="1" dirty="0">
              <a:solidFill>
                <a:schemeClr val="tx1"/>
              </a:solidFill>
            </a:endParaRPr>
          </a:p>
          <a:p>
            <a:pPr algn="ctr"/>
            <a:r>
              <a:rPr lang="ko-KR" altLang="en-US" sz="750" b="1" dirty="0">
                <a:solidFill>
                  <a:schemeClr val="tx1"/>
                </a:solidFill>
              </a:rPr>
              <a:t>삭제</a:t>
            </a:r>
          </a:p>
        </p:txBody>
      </p:sp>
      <p:sp>
        <p:nvSpPr>
          <p:cNvPr id="19" name="직사각형 18"/>
          <p:cNvSpPr/>
          <p:nvPr/>
        </p:nvSpPr>
        <p:spPr>
          <a:xfrm>
            <a:off x="1687823" y="3065856"/>
            <a:ext cx="270000" cy="378000"/>
          </a:xfrm>
          <a:prstGeom prst="rect">
            <a:avLst/>
          </a:prstGeom>
          <a:solidFill>
            <a:srgbClr val="CDC1B6"/>
          </a:solidFill>
          <a:ln>
            <a:solidFill>
              <a:srgbClr val="CDC1B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ko-KR" altLang="en-US" sz="750" b="1" dirty="0">
                <a:solidFill>
                  <a:schemeClr val="tx1"/>
                </a:solidFill>
              </a:rPr>
              <a:t>회원</a:t>
            </a:r>
            <a:endParaRPr lang="en-US" altLang="ko-KR" sz="750" b="1" dirty="0">
              <a:solidFill>
                <a:schemeClr val="tx1"/>
              </a:solidFill>
            </a:endParaRPr>
          </a:p>
          <a:p>
            <a:pPr algn="ctr"/>
            <a:r>
              <a:rPr lang="ko-KR" altLang="en-US" sz="750" b="1" dirty="0">
                <a:solidFill>
                  <a:schemeClr val="tx1"/>
                </a:solidFill>
              </a:rPr>
              <a:t>강등</a:t>
            </a:r>
          </a:p>
        </p:txBody>
      </p:sp>
      <p:sp>
        <p:nvSpPr>
          <p:cNvPr id="20" name="직사각형 19"/>
          <p:cNvSpPr/>
          <p:nvPr/>
        </p:nvSpPr>
        <p:spPr>
          <a:xfrm>
            <a:off x="3262789" y="3040417"/>
            <a:ext cx="270000" cy="378000"/>
          </a:xfrm>
          <a:prstGeom prst="rect">
            <a:avLst/>
          </a:prstGeom>
          <a:solidFill>
            <a:srgbClr val="CDC1B6"/>
          </a:solidFill>
          <a:ln>
            <a:solidFill>
              <a:srgbClr val="CDC1B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ko-KR" altLang="en-US" sz="750" b="1" dirty="0">
                <a:solidFill>
                  <a:schemeClr val="tx1"/>
                </a:solidFill>
              </a:rPr>
              <a:t>도서목록</a:t>
            </a:r>
          </a:p>
        </p:txBody>
      </p:sp>
      <p:sp>
        <p:nvSpPr>
          <p:cNvPr id="23" name="직사각형 22"/>
          <p:cNvSpPr/>
          <p:nvPr/>
        </p:nvSpPr>
        <p:spPr>
          <a:xfrm>
            <a:off x="283267" y="3057481"/>
            <a:ext cx="270000" cy="378000"/>
          </a:xfrm>
          <a:prstGeom prst="rect">
            <a:avLst/>
          </a:prstGeom>
          <a:solidFill>
            <a:srgbClr val="CDC1B6"/>
          </a:solidFill>
          <a:ln>
            <a:solidFill>
              <a:srgbClr val="CDC1B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ko-KR" altLang="en-US" sz="750" b="1" dirty="0">
                <a:solidFill>
                  <a:schemeClr val="tx1"/>
                </a:solidFill>
              </a:rPr>
              <a:t>사서등록</a:t>
            </a:r>
          </a:p>
        </p:txBody>
      </p:sp>
      <p:sp>
        <p:nvSpPr>
          <p:cNvPr id="25" name="직사각형 24"/>
          <p:cNvSpPr/>
          <p:nvPr/>
        </p:nvSpPr>
        <p:spPr>
          <a:xfrm>
            <a:off x="1372579" y="3058002"/>
            <a:ext cx="270000" cy="378000"/>
          </a:xfrm>
          <a:prstGeom prst="rect">
            <a:avLst/>
          </a:prstGeom>
          <a:solidFill>
            <a:srgbClr val="CDC1B6"/>
          </a:solidFill>
          <a:ln>
            <a:solidFill>
              <a:srgbClr val="CDC1B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ko-KR" altLang="en-US" sz="750" b="1" dirty="0">
                <a:solidFill>
                  <a:schemeClr val="tx1"/>
                </a:solidFill>
              </a:rPr>
              <a:t>회원</a:t>
            </a:r>
            <a:endParaRPr lang="en-US" altLang="ko-KR" sz="750" b="1" dirty="0">
              <a:solidFill>
                <a:schemeClr val="tx1"/>
              </a:solidFill>
            </a:endParaRPr>
          </a:p>
          <a:p>
            <a:pPr algn="ctr"/>
            <a:r>
              <a:rPr lang="ko-KR" altLang="en-US" sz="750" b="1" dirty="0">
                <a:solidFill>
                  <a:schemeClr val="tx1"/>
                </a:solidFill>
              </a:rPr>
              <a:t>검색</a:t>
            </a:r>
          </a:p>
        </p:txBody>
      </p:sp>
      <p:sp>
        <p:nvSpPr>
          <p:cNvPr id="26" name="직사각형 25"/>
          <p:cNvSpPr/>
          <p:nvPr/>
        </p:nvSpPr>
        <p:spPr>
          <a:xfrm>
            <a:off x="2000858" y="3061383"/>
            <a:ext cx="333596" cy="378000"/>
          </a:xfrm>
          <a:prstGeom prst="rect">
            <a:avLst/>
          </a:prstGeom>
          <a:solidFill>
            <a:srgbClr val="CDC1B6"/>
          </a:solidFill>
          <a:ln>
            <a:solidFill>
              <a:srgbClr val="CDC1B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ko-KR" altLang="en-US" sz="750" b="1">
                <a:solidFill>
                  <a:schemeClr val="tx1"/>
                </a:solidFill>
              </a:rPr>
              <a:t>레벨별</a:t>
            </a:r>
            <a:endParaRPr lang="en-US" altLang="ko-KR" sz="750" b="1" dirty="0">
              <a:solidFill>
                <a:schemeClr val="tx1"/>
              </a:solidFill>
            </a:endParaRPr>
          </a:p>
          <a:p>
            <a:pPr algn="ctr"/>
            <a:r>
              <a:rPr lang="ko-KR" altLang="en-US" sz="750" b="1" dirty="0">
                <a:solidFill>
                  <a:schemeClr val="tx1"/>
                </a:solidFill>
              </a:rPr>
              <a:t>목록</a:t>
            </a:r>
          </a:p>
        </p:txBody>
      </p:sp>
      <p:sp>
        <p:nvSpPr>
          <p:cNvPr id="27" name="직사각형 26"/>
          <p:cNvSpPr/>
          <p:nvPr/>
        </p:nvSpPr>
        <p:spPr>
          <a:xfrm>
            <a:off x="3586825" y="3044653"/>
            <a:ext cx="270000" cy="378000"/>
          </a:xfrm>
          <a:prstGeom prst="rect">
            <a:avLst/>
          </a:prstGeom>
          <a:solidFill>
            <a:srgbClr val="CDC1B6"/>
          </a:solidFill>
          <a:ln>
            <a:solidFill>
              <a:srgbClr val="CDC1B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ko-KR" altLang="en-US" sz="750" b="1" dirty="0">
                <a:solidFill>
                  <a:schemeClr val="tx1"/>
                </a:solidFill>
              </a:rPr>
              <a:t>도서등록</a:t>
            </a:r>
          </a:p>
        </p:txBody>
      </p:sp>
      <p:cxnSp>
        <p:nvCxnSpPr>
          <p:cNvPr id="41" name="직선 연결선 40"/>
          <p:cNvCxnSpPr>
            <a:stCxn id="5" idx="2"/>
          </p:cNvCxnSpPr>
          <p:nvPr/>
        </p:nvCxnSpPr>
        <p:spPr>
          <a:xfrm flipH="1">
            <a:off x="2729568" y="1614132"/>
            <a:ext cx="26964" cy="159661"/>
          </a:xfrm>
          <a:prstGeom prst="line">
            <a:avLst/>
          </a:prstGeom>
          <a:ln w="12700">
            <a:solidFill>
              <a:srgbClr val="756B5F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7" name="꺾인 연결선 66"/>
          <p:cNvCxnSpPr>
            <a:stCxn id="12" idx="2"/>
            <a:endCxn id="23" idx="0"/>
          </p:cNvCxnSpPr>
          <p:nvPr/>
        </p:nvCxnSpPr>
        <p:spPr>
          <a:xfrm rot="5400000">
            <a:off x="144696" y="2640179"/>
            <a:ext cx="690875" cy="143732"/>
          </a:xfrm>
          <a:prstGeom prst="bentConnector3">
            <a:avLst/>
          </a:prstGeom>
          <a:ln w="12700">
            <a:solidFill>
              <a:srgbClr val="756B5F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1" name="꺾인 연결선 70"/>
          <p:cNvCxnSpPr>
            <a:stCxn id="12" idx="2"/>
            <a:endCxn id="18" idx="0"/>
          </p:cNvCxnSpPr>
          <p:nvPr/>
        </p:nvCxnSpPr>
        <p:spPr>
          <a:xfrm rot="16200000" flipH="1">
            <a:off x="313329" y="2615278"/>
            <a:ext cx="686839" cy="189496"/>
          </a:xfrm>
          <a:prstGeom prst="bentConnector3">
            <a:avLst/>
          </a:prstGeom>
          <a:ln w="12700">
            <a:solidFill>
              <a:srgbClr val="756B5F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3" name="꺾인 연결선 72"/>
          <p:cNvCxnSpPr>
            <a:endCxn id="12" idx="0"/>
          </p:cNvCxnSpPr>
          <p:nvPr/>
        </p:nvCxnSpPr>
        <p:spPr>
          <a:xfrm rot="10800000" flipV="1">
            <a:off x="562001" y="1763139"/>
            <a:ext cx="2997777" cy="225467"/>
          </a:xfrm>
          <a:prstGeom prst="bentConnector2">
            <a:avLst/>
          </a:prstGeom>
          <a:ln w="12700">
            <a:solidFill>
              <a:srgbClr val="756B5F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8" name="꺾인 연결선 107"/>
          <p:cNvCxnSpPr>
            <a:stCxn id="14" idx="2"/>
            <a:endCxn id="27" idx="0"/>
          </p:cNvCxnSpPr>
          <p:nvPr/>
        </p:nvCxnSpPr>
        <p:spPr>
          <a:xfrm rot="16200000" flipH="1">
            <a:off x="3276973" y="2599801"/>
            <a:ext cx="727656" cy="162048"/>
          </a:xfrm>
          <a:prstGeom prst="bentConnector3">
            <a:avLst/>
          </a:prstGeom>
          <a:ln w="12700">
            <a:solidFill>
              <a:srgbClr val="756B5F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0" name="꺾인 연결선 109"/>
          <p:cNvCxnSpPr>
            <a:stCxn id="14" idx="2"/>
            <a:endCxn id="20" idx="0"/>
          </p:cNvCxnSpPr>
          <p:nvPr/>
        </p:nvCxnSpPr>
        <p:spPr>
          <a:xfrm rot="5400000">
            <a:off x="3117073" y="2597713"/>
            <a:ext cx="723420" cy="161988"/>
          </a:xfrm>
          <a:prstGeom prst="bentConnector3">
            <a:avLst/>
          </a:prstGeom>
          <a:ln w="12700">
            <a:solidFill>
              <a:srgbClr val="756B5F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2" name="꺾인 연결선 111"/>
          <p:cNvCxnSpPr>
            <a:stCxn id="13" idx="2"/>
            <a:endCxn id="26" idx="0"/>
          </p:cNvCxnSpPr>
          <p:nvPr/>
        </p:nvCxnSpPr>
        <p:spPr>
          <a:xfrm rot="16200000" flipH="1">
            <a:off x="1636114" y="2529841"/>
            <a:ext cx="719581" cy="343504"/>
          </a:xfrm>
          <a:prstGeom prst="bentConnector3">
            <a:avLst/>
          </a:prstGeom>
          <a:ln w="12700">
            <a:solidFill>
              <a:srgbClr val="756B5F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6" name="꺾인 연결선 115"/>
          <p:cNvCxnSpPr>
            <a:stCxn id="13" idx="2"/>
            <a:endCxn id="25" idx="0"/>
          </p:cNvCxnSpPr>
          <p:nvPr/>
        </p:nvCxnSpPr>
        <p:spPr>
          <a:xfrm rot="5400000">
            <a:off x="1307767" y="2541615"/>
            <a:ext cx="716200" cy="316572"/>
          </a:xfrm>
          <a:prstGeom prst="bentConnector3">
            <a:avLst/>
          </a:prstGeom>
          <a:ln w="12700">
            <a:solidFill>
              <a:srgbClr val="756B5F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0" name="직사각형 89"/>
          <p:cNvSpPr/>
          <p:nvPr/>
        </p:nvSpPr>
        <p:spPr>
          <a:xfrm>
            <a:off x="2938723" y="3051070"/>
            <a:ext cx="270000" cy="378000"/>
          </a:xfrm>
          <a:prstGeom prst="rect">
            <a:avLst/>
          </a:prstGeom>
          <a:solidFill>
            <a:srgbClr val="CDC1B6"/>
          </a:solidFill>
          <a:ln>
            <a:solidFill>
              <a:srgbClr val="CDC1B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ko-KR" altLang="en-US" sz="750" b="1" dirty="0">
                <a:solidFill>
                  <a:schemeClr val="tx1"/>
                </a:solidFill>
              </a:rPr>
              <a:t>도서검색</a:t>
            </a:r>
          </a:p>
        </p:txBody>
      </p:sp>
      <p:cxnSp>
        <p:nvCxnSpPr>
          <p:cNvPr id="34" name="꺾인 연결선 33"/>
          <p:cNvCxnSpPr>
            <a:stCxn id="14" idx="2"/>
            <a:endCxn id="90" idx="0"/>
          </p:cNvCxnSpPr>
          <p:nvPr/>
        </p:nvCxnSpPr>
        <p:spPr>
          <a:xfrm rot="5400000">
            <a:off x="2949714" y="2441007"/>
            <a:ext cx="734073" cy="486054"/>
          </a:xfrm>
          <a:prstGeom prst="bentConnector3">
            <a:avLst/>
          </a:prstGeom>
          <a:ln w="12700">
            <a:solidFill>
              <a:srgbClr val="756B5F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꺾인 연결선 6"/>
          <p:cNvCxnSpPr>
            <a:stCxn id="13" idx="2"/>
            <a:endCxn id="19" idx="0"/>
          </p:cNvCxnSpPr>
          <p:nvPr/>
        </p:nvCxnSpPr>
        <p:spPr>
          <a:xfrm rot="5400000">
            <a:off x="1461460" y="2703167"/>
            <a:ext cx="724055" cy="1328"/>
          </a:xfrm>
          <a:prstGeom prst="bentConnector3">
            <a:avLst/>
          </a:prstGeom>
          <a:ln w="12700">
            <a:solidFill>
              <a:srgbClr val="756B5F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직선 연결선 21"/>
          <p:cNvCxnSpPr>
            <a:stCxn id="13" idx="0"/>
          </p:cNvCxnSpPr>
          <p:nvPr/>
        </p:nvCxnSpPr>
        <p:spPr>
          <a:xfrm flipV="1">
            <a:off x="1824152" y="1773794"/>
            <a:ext cx="1" cy="190009"/>
          </a:xfrm>
          <a:prstGeom prst="line">
            <a:avLst/>
          </a:prstGeom>
          <a:ln w="12700">
            <a:solidFill>
              <a:srgbClr val="756B5F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직선 연결선 29"/>
          <p:cNvCxnSpPr>
            <a:stCxn id="16" idx="0"/>
          </p:cNvCxnSpPr>
          <p:nvPr/>
        </p:nvCxnSpPr>
        <p:spPr>
          <a:xfrm flipV="1">
            <a:off x="2749717" y="1773794"/>
            <a:ext cx="0" cy="163661"/>
          </a:xfrm>
          <a:prstGeom prst="line">
            <a:avLst/>
          </a:prstGeom>
          <a:ln w="12700">
            <a:solidFill>
              <a:srgbClr val="756B5F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직선 연결선 34"/>
          <p:cNvCxnSpPr>
            <a:stCxn id="14" idx="0"/>
          </p:cNvCxnSpPr>
          <p:nvPr/>
        </p:nvCxnSpPr>
        <p:spPr>
          <a:xfrm flipV="1">
            <a:off x="3559777" y="1773793"/>
            <a:ext cx="0" cy="165204"/>
          </a:xfrm>
          <a:prstGeom prst="line">
            <a:avLst/>
          </a:prstGeom>
          <a:ln w="12700">
            <a:solidFill>
              <a:srgbClr val="756B5F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8" name="직선 화살표 연결선 57"/>
          <p:cNvCxnSpPr/>
          <p:nvPr/>
        </p:nvCxnSpPr>
        <p:spPr>
          <a:xfrm flipH="1">
            <a:off x="4911053" y="2278797"/>
            <a:ext cx="679692" cy="0"/>
          </a:xfrm>
          <a:prstGeom prst="straightConnector1">
            <a:avLst/>
          </a:prstGeom>
          <a:ln w="12700">
            <a:solidFill>
              <a:schemeClr val="tx1"/>
            </a:solidFill>
            <a:prstDash val="dash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0" name="직사각형 59"/>
          <p:cNvSpPr/>
          <p:nvPr/>
        </p:nvSpPr>
        <p:spPr>
          <a:xfrm>
            <a:off x="4427984" y="1492631"/>
            <a:ext cx="720080" cy="378042"/>
          </a:xfrm>
          <a:prstGeom prst="rect">
            <a:avLst/>
          </a:prstGeom>
          <a:solidFill>
            <a:srgbClr val="987C4D"/>
          </a:solidFill>
          <a:ln>
            <a:solidFill>
              <a:srgbClr val="987C4D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ko-KR" altLang="en-US" sz="1100" b="1" dirty="0"/>
              <a:t>방문이용자</a:t>
            </a:r>
          </a:p>
        </p:txBody>
      </p:sp>
      <p:sp>
        <p:nvSpPr>
          <p:cNvPr id="61" name="직사각형 60"/>
          <p:cNvSpPr/>
          <p:nvPr/>
        </p:nvSpPr>
        <p:spPr>
          <a:xfrm>
            <a:off x="5364088" y="1492631"/>
            <a:ext cx="720080" cy="378042"/>
          </a:xfrm>
          <a:prstGeom prst="rect">
            <a:avLst/>
          </a:prstGeom>
          <a:solidFill>
            <a:srgbClr val="987C4D"/>
          </a:solidFill>
          <a:ln>
            <a:solidFill>
              <a:srgbClr val="987C4D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ko-KR" altLang="en-US" sz="1000" b="1"/>
              <a:t>기능</a:t>
            </a:r>
            <a:r>
              <a:rPr lang="en-US" altLang="ko-KR" sz="1000" b="1"/>
              <a:t>1</a:t>
            </a:r>
            <a:r>
              <a:rPr lang="ko-KR" altLang="en-US" sz="1000" b="1"/>
              <a:t> </a:t>
            </a:r>
            <a:endParaRPr lang="ko-KR" altLang="en-US" sz="1000" b="1" dirty="0"/>
          </a:p>
        </p:txBody>
      </p:sp>
      <p:sp>
        <p:nvSpPr>
          <p:cNvPr id="63" name="직사각형 62"/>
          <p:cNvSpPr/>
          <p:nvPr/>
        </p:nvSpPr>
        <p:spPr>
          <a:xfrm>
            <a:off x="6300192" y="1492631"/>
            <a:ext cx="720080" cy="378042"/>
          </a:xfrm>
          <a:prstGeom prst="rect">
            <a:avLst/>
          </a:prstGeom>
          <a:solidFill>
            <a:srgbClr val="987C4D"/>
          </a:solidFill>
          <a:ln>
            <a:solidFill>
              <a:srgbClr val="987C4D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ko-KR" altLang="en-US" sz="1000" b="1"/>
              <a:t>기능</a:t>
            </a:r>
            <a:r>
              <a:rPr lang="en-US" altLang="ko-KR" sz="1000" b="1"/>
              <a:t>2</a:t>
            </a:r>
            <a:endParaRPr lang="ko-KR" altLang="en-US" sz="1000" b="1" dirty="0"/>
          </a:p>
        </p:txBody>
      </p:sp>
      <p:sp>
        <p:nvSpPr>
          <p:cNvPr id="64" name="직사각형 63"/>
          <p:cNvSpPr/>
          <p:nvPr/>
        </p:nvSpPr>
        <p:spPr>
          <a:xfrm>
            <a:off x="7236296" y="1492631"/>
            <a:ext cx="720080" cy="378042"/>
          </a:xfrm>
          <a:prstGeom prst="rect">
            <a:avLst/>
          </a:prstGeom>
          <a:solidFill>
            <a:srgbClr val="987C4D"/>
          </a:solidFill>
          <a:ln>
            <a:solidFill>
              <a:srgbClr val="987C4D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ko-KR" altLang="en-US" sz="1000" b="1"/>
              <a:t>기능</a:t>
            </a:r>
            <a:r>
              <a:rPr lang="en-US" altLang="ko-KR" sz="1000" b="1"/>
              <a:t>3</a:t>
            </a:r>
            <a:endParaRPr lang="ko-KR" altLang="en-US" sz="1000" b="1" dirty="0"/>
          </a:p>
        </p:txBody>
      </p:sp>
      <p:sp>
        <p:nvSpPr>
          <p:cNvPr id="65" name="직사각형 64"/>
          <p:cNvSpPr/>
          <p:nvPr/>
        </p:nvSpPr>
        <p:spPr>
          <a:xfrm>
            <a:off x="8172400" y="1492631"/>
            <a:ext cx="720080" cy="378042"/>
          </a:xfrm>
          <a:prstGeom prst="rect">
            <a:avLst/>
          </a:prstGeom>
          <a:solidFill>
            <a:srgbClr val="987C4D"/>
          </a:solidFill>
          <a:ln>
            <a:solidFill>
              <a:srgbClr val="987C4D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ko-KR" altLang="en-US" sz="1000" b="1"/>
              <a:t>기능</a:t>
            </a:r>
            <a:r>
              <a:rPr lang="en-US" altLang="ko-KR" sz="1000" b="1"/>
              <a:t>4</a:t>
            </a:r>
            <a:endParaRPr lang="ko-KR" altLang="en-US" sz="1000" b="1" dirty="0"/>
          </a:p>
        </p:txBody>
      </p:sp>
      <p:cxnSp>
        <p:nvCxnSpPr>
          <p:cNvPr id="66" name="직선 연결선 65"/>
          <p:cNvCxnSpPr>
            <a:stCxn id="61" idx="2"/>
          </p:cNvCxnSpPr>
          <p:nvPr/>
        </p:nvCxnSpPr>
        <p:spPr>
          <a:xfrm>
            <a:off x="5724128" y="1870673"/>
            <a:ext cx="29357" cy="1657417"/>
          </a:xfrm>
          <a:prstGeom prst="line">
            <a:avLst/>
          </a:prstGeom>
          <a:ln w="25400">
            <a:solidFill>
              <a:srgbClr val="756B5F"/>
            </a:solidFill>
            <a:prstDash val="dash"/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8" name="직선 연결선 67"/>
          <p:cNvCxnSpPr/>
          <p:nvPr/>
        </p:nvCxnSpPr>
        <p:spPr>
          <a:xfrm>
            <a:off x="6660232" y="1870674"/>
            <a:ext cx="0" cy="1657416"/>
          </a:xfrm>
          <a:prstGeom prst="line">
            <a:avLst/>
          </a:prstGeom>
          <a:ln w="25400">
            <a:solidFill>
              <a:srgbClr val="756B5F"/>
            </a:solidFill>
            <a:prstDash val="dash"/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9" name="직선 연결선 68"/>
          <p:cNvCxnSpPr/>
          <p:nvPr/>
        </p:nvCxnSpPr>
        <p:spPr>
          <a:xfrm>
            <a:off x="7596336" y="1870674"/>
            <a:ext cx="0" cy="1809201"/>
          </a:xfrm>
          <a:prstGeom prst="line">
            <a:avLst/>
          </a:prstGeom>
          <a:ln w="25400">
            <a:solidFill>
              <a:srgbClr val="756B5F"/>
            </a:solidFill>
            <a:prstDash val="dash"/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0" name="직선 연결선 69"/>
          <p:cNvCxnSpPr/>
          <p:nvPr/>
        </p:nvCxnSpPr>
        <p:spPr>
          <a:xfrm>
            <a:off x="4788024" y="1870674"/>
            <a:ext cx="0" cy="1809201"/>
          </a:xfrm>
          <a:prstGeom prst="line">
            <a:avLst/>
          </a:prstGeom>
          <a:ln w="25400">
            <a:solidFill>
              <a:srgbClr val="756B5F"/>
            </a:solidFill>
            <a:prstDash val="dash"/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2" name="직선 연결선 71"/>
          <p:cNvCxnSpPr/>
          <p:nvPr/>
        </p:nvCxnSpPr>
        <p:spPr>
          <a:xfrm>
            <a:off x="8532440" y="1870674"/>
            <a:ext cx="20460" cy="1809201"/>
          </a:xfrm>
          <a:prstGeom prst="line">
            <a:avLst/>
          </a:prstGeom>
          <a:ln w="25400">
            <a:solidFill>
              <a:srgbClr val="756B5F"/>
            </a:solidFill>
            <a:prstDash val="dash"/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4" name="직사각형 73"/>
          <p:cNvSpPr/>
          <p:nvPr/>
        </p:nvSpPr>
        <p:spPr>
          <a:xfrm>
            <a:off x="4633375" y="2140703"/>
            <a:ext cx="288032" cy="162018"/>
          </a:xfrm>
          <a:prstGeom prst="rect">
            <a:avLst/>
          </a:prstGeom>
          <a:solidFill>
            <a:srgbClr val="987C4D"/>
          </a:solidFill>
          <a:ln>
            <a:solidFill>
              <a:srgbClr val="987C4D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sz="1000" b="1" dirty="0"/>
          </a:p>
        </p:txBody>
      </p:sp>
      <p:cxnSp>
        <p:nvCxnSpPr>
          <p:cNvPr id="75" name="직선 화살표 연결선 74"/>
          <p:cNvCxnSpPr/>
          <p:nvPr/>
        </p:nvCxnSpPr>
        <p:spPr>
          <a:xfrm>
            <a:off x="4940810" y="2194709"/>
            <a:ext cx="639305" cy="0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6" name="직사각형 75"/>
          <p:cNvSpPr/>
          <p:nvPr/>
        </p:nvSpPr>
        <p:spPr>
          <a:xfrm>
            <a:off x="5580112" y="2140703"/>
            <a:ext cx="288032" cy="162018"/>
          </a:xfrm>
          <a:prstGeom prst="rect">
            <a:avLst/>
          </a:prstGeom>
          <a:solidFill>
            <a:srgbClr val="987C4D"/>
          </a:solidFill>
          <a:ln>
            <a:solidFill>
              <a:srgbClr val="987C4D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sz="1000" b="1" dirty="0"/>
          </a:p>
        </p:txBody>
      </p:sp>
      <p:sp>
        <p:nvSpPr>
          <p:cNvPr id="77" name="TextBox 76"/>
          <p:cNvSpPr txBox="1"/>
          <p:nvPr/>
        </p:nvSpPr>
        <p:spPr>
          <a:xfrm>
            <a:off x="4716016" y="1930486"/>
            <a:ext cx="1098378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000" dirty="0"/>
              <a:t>1. </a:t>
            </a:r>
            <a:r>
              <a:rPr lang="ko-KR" altLang="en-US" sz="1000" dirty="0"/>
              <a:t>회원정보입력</a:t>
            </a:r>
          </a:p>
        </p:txBody>
      </p:sp>
      <p:cxnSp>
        <p:nvCxnSpPr>
          <p:cNvPr id="78" name="직선 화살표 연결선 77"/>
          <p:cNvCxnSpPr/>
          <p:nvPr/>
        </p:nvCxnSpPr>
        <p:spPr>
          <a:xfrm>
            <a:off x="4921410" y="2566594"/>
            <a:ext cx="1594809" cy="0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9" name="TextBox 78"/>
          <p:cNvSpPr txBox="1"/>
          <p:nvPr/>
        </p:nvSpPr>
        <p:spPr>
          <a:xfrm>
            <a:off x="4716016" y="2248716"/>
            <a:ext cx="1098378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000" dirty="0"/>
              <a:t>2. </a:t>
            </a:r>
            <a:r>
              <a:rPr lang="ko-KR" altLang="en-US" sz="1000" dirty="0"/>
              <a:t>회원정보확인</a:t>
            </a:r>
          </a:p>
        </p:txBody>
      </p:sp>
      <p:sp>
        <p:nvSpPr>
          <p:cNvPr id="80" name="직사각형 79"/>
          <p:cNvSpPr/>
          <p:nvPr/>
        </p:nvSpPr>
        <p:spPr>
          <a:xfrm>
            <a:off x="4644008" y="2518745"/>
            <a:ext cx="288032" cy="162018"/>
          </a:xfrm>
          <a:prstGeom prst="rect">
            <a:avLst/>
          </a:prstGeom>
          <a:solidFill>
            <a:srgbClr val="987C4D"/>
          </a:solidFill>
          <a:ln>
            <a:solidFill>
              <a:srgbClr val="987C4D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sz="1000" b="1" dirty="0"/>
          </a:p>
        </p:txBody>
      </p:sp>
      <p:cxnSp>
        <p:nvCxnSpPr>
          <p:cNvPr id="81" name="직선 화살표 연결선 80"/>
          <p:cNvCxnSpPr/>
          <p:nvPr/>
        </p:nvCxnSpPr>
        <p:spPr>
          <a:xfrm flipH="1">
            <a:off x="4901982" y="2642706"/>
            <a:ext cx="1614234" cy="0"/>
          </a:xfrm>
          <a:prstGeom prst="straightConnector1">
            <a:avLst/>
          </a:prstGeom>
          <a:ln w="12700">
            <a:solidFill>
              <a:schemeClr val="tx1"/>
            </a:solidFill>
            <a:prstDash val="dash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2" name="직사각형 81"/>
          <p:cNvSpPr/>
          <p:nvPr/>
        </p:nvSpPr>
        <p:spPr>
          <a:xfrm>
            <a:off x="6516216" y="2518745"/>
            <a:ext cx="288032" cy="162018"/>
          </a:xfrm>
          <a:prstGeom prst="rect">
            <a:avLst/>
          </a:prstGeom>
          <a:solidFill>
            <a:srgbClr val="987C4D"/>
          </a:solidFill>
          <a:ln>
            <a:solidFill>
              <a:srgbClr val="987C4D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sz="1000" b="1" dirty="0"/>
          </a:p>
        </p:txBody>
      </p:sp>
      <p:sp>
        <p:nvSpPr>
          <p:cNvPr id="84" name="TextBox 83"/>
          <p:cNvSpPr txBox="1"/>
          <p:nvPr/>
        </p:nvSpPr>
        <p:spPr>
          <a:xfrm>
            <a:off x="5436099" y="2394258"/>
            <a:ext cx="713657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000" dirty="0"/>
              <a:t>3. </a:t>
            </a:r>
            <a:r>
              <a:rPr lang="ko-KR" altLang="en-US" sz="1000" dirty="0"/>
              <a:t>로그인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5076056" y="2626758"/>
            <a:ext cx="1354858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000" dirty="0"/>
              <a:t>4. </a:t>
            </a:r>
            <a:r>
              <a:rPr lang="ko-KR" altLang="en-US" sz="1000" dirty="0"/>
              <a:t>회원정보확인승인</a:t>
            </a:r>
          </a:p>
        </p:txBody>
      </p:sp>
      <p:cxnSp>
        <p:nvCxnSpPr>
          <p:cNvPr id="89" name="직선 화살표 연결선 88"/>
          <p:cNvCxnSpPr/>
          <p:nvPr/>
        </p:nvCxnSpPr>
        <p:spPr>
          <a:xfrm>
            <a:off x="4932320" y="2982692"/>
            <a:ext cx="2520000" cy="0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1" name="직사각형 90"/>
          <p:cNvSpPr/>
          <p:nvPr/>
        </p:nvSpPr>
        <p:spPr>
          <a:xfrm>
            <a:off x="4644008" y="2934844"/>
            <a:ext cx="288032" cy="162018"/>
          </a:xfrm>
          <a:prstGeom prst="rect">
            <a:avLst/>
          </a:prstGeom>
          <a:solidFill>
            <a:srgbClr val="987C4D"/>
          </a:solidFill>
          <a:ln>
            <a:solidFill>
              <a:srgbClr val="987C4D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sz="1000" b="1" dirty="0"/>
          </a:p>
        </p:txBody>
      </p:sp>
      <p:cxnSp>
        <p:nvCxnSpPr>
          <p:cNvPr id="92" name="직선 화살표 연결선 91"/>
          <p:cNvCxnSpPr/>
          <p:nvPr/>
        </p:nvCxnSpPr>
        <p:spPr>
          <a:xfrm flipH="1">
            <a:off x="4912896" y="3058805"/>
            <a:ext cx="2520000" cy="0"/>
          </a:xfrm>
          <a:prstGeom prst="straightConnector1">
            <a:avLst/>
          </a:prstGeom>
          <a:ln w="12700">
            <a:solidFill>
              <a:schemeClr val="tx1"/>
            </a:solidFill>
            <a:prstDash val="dash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3" name="직사각형 92"/>
          <p:cNvSpPr/>
          <p:nvPr/>
        </p:nvSpPr>
        <p:spPr>
          <a:xfrm>
            <a:off x="7452320" y="2934844"/>
            <a:ext cx="288032" cy="162018"/>
          </a:xfrm>
          <a:prstGeom prst="rect">
            <a:avLst/>
          </a:prstGeom>
          <a:solidFill>
            <a:srgbClr val="987C4D"/>
          </a:solidFill>
          <a:ln>
            <a:solidFill>
              <a:srgbClr val="987C4D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sz="1000" b="1" dirty="0"/>
          </a:p>
        </p:txBody>
      </p:sp>
      <p:sp>
        <p:nvSpPr>
          <p:cNvPr id="94" name="TextBox 93"/>
          <p:cNvSpPr txBox="1"/>
          <p:nvPr/>
        </p:nvSpPr>
        <p:spPr>
          <a:xfrm>
            <a:off x="5868147" y="2794582"/>
            <a:ext cx="841897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000" dirty="0"/>
              <a:t>5. </a:t>
            </a:r>
            <a:r>
              <a:rPr lang="ko-KR" altLang="en-US" sz="1000" dirty="0"/>
              <a:t>도서검색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5705870" y="3036159"/>
            <a:ext cx="1098378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000" dirty="0"/>
              <a:t>6. </a:t>
            </a:r>
            <a:r>
              <a:rPr lang="ko-KR" altLang="en-US" sz="1000" dirty="0"/>
              <a:t>도서정보확인</a:t>
            </a:r>
          </a:p>
        </p:txBody>
      </p:sp>
      <p:cxnSp>
        <p:nvCxnSpPr>
          <p:cNvPr id="97" name="직선 화살표 연결선 96"/>
          <p:cNvCxnSpPr/>
          <p:nvPr/>
        </p:nvCxnSpPr>
        <p:spPr>
          <a:xfrm>
            <a:off x="4940810" y="3298147"/>
            <a:ext cx="3464473" cy="0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8" name="직사각형 97"/>
          <p:cNvSpPr/>
          <p:nvPr/>
        </p:nvSpPr>
        <p:spPr>
          <a:xfrm>
            <a:off x="4644008" y="3220823"/>
            <a:ext cx="288032" cy="162018"/>
          </a:xfrm>
          <a:prstGeom prst="rect">
            <a:avLst/>
          </a:prstGeom>
          <a:solidFill>
            <a:srgbClr val="987C4D"/>
          </a:solidFill>
          <a:ln>
            <a:solidFill>
              <a:srgbClr val="987C4D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sz="1000" b="1" dirty="0"/>
          </a:p>
        </p:txBody>
      </p:sp>
      <p:cxnSp>
        <p:nvCxnSpPr>
          <p:cNvPr id="99" name="직선 화살표 연결선 98"/>
          <p:cNvCxnSpPr/>
          <p:nvPr/>
        </p:nvCxnSpPr>
        <p:spPr>
          <a:xfrm flipH="1">
            <a:off x="4932040" y="3344785"/>
            <a:ext cx="3620860" cy="0"/>
          </a:xfrm>
          <a:prstGeom prst="straightConnector1">
            <a:avLst/>
          </a:prstGeom>
          <a:ln w="12700">
            <a:solidFill>
              <a:schemeClr val="tx1"/>
            </a:solidFill>
            <a:prstDash val="dash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1" name="직사각형 100"/>
          <p:cNvSpPr/>
          <p:nvPr/>
        </p:nvSpPr>
        <p:spPr>
          <a:xfrm>
            <a:off x="8388424" y="3220823"/>
            <a:ext cx="288032" cy="162018"/>
          </a:xfrm>
          <a:prstGeom prst="rect">
            <a:avLst/>
          </a:prstGeom>
          <a:solidFill>
            <a:srgbClr val="987C4D"/>
          </a:solidFill>
          <a:ln>
            <a:solidFill>
              <a:srgbClr val="987C4D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sz="1000" b="1" dirty="0"/>
          </a:p>
        </p:txBody>
      </p:sp>
      <p:sp>
        <p:nvSpPr>
          <p:cNvPr id="103" name="TextBox 102"/>
          <p:cNvSpPr txBox="1"/>
          <p:nvPr/>
        </p:nvSpPr>
        <p:spPr>
          <a:xfrm>
            <a:off x="6919307" y="3113953"/>
            <a:ext cx="776175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900" dirty="0"/>
              <a:t>7. </a:t>
            </a:r>
            <a:r>
              <a:rPr lang="ko-KR" altLang="en-US" sz="900" dirty="0"/>
              <a:t>자리예약</a:t>
            </a:r>
          </a:p>
        </p:txBody>
      </p:sp>
      <p:sp>
        <p:nvSpPr>
          <p:cNvPr id="105" name="TextBox 104"/>
          <p:cNvSpPr txBox="1"/>
          <p:nvPr/>
        </p:nvSpPr>
        <p:spPr>
          <a:xfrm>
            <a:off x="6897311" y="3297258"/>
            <a:ext cx="1007007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900" dirty="0"/>
              <a:t>8. </a:t>
            </a:r>
            <a:r>
              <a:rPr lang="ko-KR" altLang="en-US" sz="900" dirty="0"/>
              <a:t>자리예약확인</a:t>
            </a:r>
          </a:p>
        </p:txBody>
      </p:sp>
      <p:cxnSp>
        <p:nvCxnSpPr>
          <p:cNvPr id="107" name="구부러진 연결선 106"/>
          <p:cNvCxnSpPr>
            <a:stCxn id="76" idx="0"/>
            <a:endCxn id="111" idx="3"/>
          </p:cNvCxnSpPr>
          <p:nvPr/>
        </p:nvCxnSpPr>
        <p:spPr>
          <a:xfrm rot="16200000" flipH="1">
            <a:off x="5827639" y="2037191"/>
            <a:ext cx="81009" cy="288032"/>
          </a:xfrm>
          <a:prstGeom prst="curvedConnector4">
            <a:avLst>
              <a:gd name="adj1" fmla="val -88979"/>
              <a:gd name="adj2" fmla="val 179366"/>
            </a:avLst>
          </a:prstGeom>
          <a:ln w="127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9" name="TextBox 108"/>
          <p:cNvSpPr txBox="1"/>
          <p:nvPr/>
        </p:nvSpPr>
        <p:spPr>
          <a:xfrm>
            <a:off x="5705870" y="1888675"/>
            <a:ext cx="1021433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000" dirty="0"/>
              <a:t>1.1 id</a:t>
            </a:r>
            <a:r>
              <a:rPr lang="ko-KR" altLang="en-US" sz="1000" dirty="0"/>
              <a:t>중복체크</a:t>
            </a:r>
          </a:p>
        </p:txBody>
      </p:sp>
      <p:sp>
        <p:nvSpPr>
          <p:cNvPr id="111" name="직사각형 110"/>
          <p:cNvSpPr/>
          <p:nvPr/>
        </p:nvSpPr>
        <p:spPr>
          <a:xfrm>
            <a:off x="5724128" y="2164627"/>
            <a:ext cx="288032" cy="114170"/>
          </a:xfrm>
          <a:prstGeom prst="rect">
            <a:avLst/>
          </a:prstGeom>
          <a:solidFill>
            <a:schemeClr val="bg1"/>
          </a:solidFill>
          <a:ln>
            <a:solidFill>
              <a:srgbClr val="987C4D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sz="1000" b="1" dirty="0"/>
          </a:p>
        </p:txBody>
      </p:sp>
    </p:spTree>
    <p:extLst>
      <p:ext uri="{BB962C8B-B14F-4D97-AF65-F5344CB8AC3E}">
        <p14:creationId xmlns:p14="http://schemas.microsoft.com/office/powerpoint/2010/main" val="332365079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974B11-60DB-405B-8211-256C6E064270}" type="slidenum">
              <a:rPr lang="ko-KR" altLang="en-US" smtClean="0"/>
              <a:pPr/>
              <a:t>11</a:t>
            </a:fld>
            <a:endParaRPr lang="ko-KR" altLang="en-US" dirty="0"/>
          </a:p>
        </p:txBody>
      </p:sp>
      <p:sp>
        <p:nvSpPr>
          <p:cNvPr id="45" name="TextBox 44"/>
          <p:cNvSpPr txBox="1"/>
          <p:nvPr/>
        </p:nvSpPr>
        <p:spPr>
          <a:xfrm>
            <a:off x="323528" y="80505"/>
            <a:ext cx="446449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b="1">
                <a:solidFill>
                  <a:srgbClr val="756B5F"/>
                </a:solidFill>
              </a:rPr>
              <a:t>UI </a:t>
            </a:r>
            <a:r>
              <a:rPr lang="ko-KR" altLang="en-US" b="1" dirty="0">
                <a:solidFill>
                  <a:srgbClr val="756B5F"/>
                </a:solidFill>
              </a:rPr>
              <a:t>시연 및 핵심기능 </a:t>
            </a:r>
            <a:r>
              <a:rPr lang="en-US" altLang="ko-KR" b="1" dirty="0">
                <a:solidFill>
                  <a:srgbClr val="756B5F"/>
                </a:solidFill>
              </a:rPr>
              <a:t>– </a:t>
            </a:r>
            <a:r>
              <a:rPr lang="ko-KR" altLang="en-US" b="1" dirty="0" err="1">
                <a:solidFill>
                  <a:srgbClr val="756B5F"/>
                </a:solidFill>
              </a:rPr>
              <a:t>메인페이지</a:t>
            </a:r>
            <a:endParaRPr lang="ko-KR" altLang="en-US" b="1" dirty="0">
              <a:solidFill>
                <a:srgbClr val="756B5F"/>
              </a:solidFill>
            </a:endParaRPr>
          </a:p>
        </p:txBody>
      </p:sp>
      <p:grpSp>
        <p:nvGrpSpPr>
          <p:cNvPr id="40" name="그룹 39"/>
          <p:cNvGrpSpPr/>
          <p:nvPr/>
        </p:nvGrpSpPr>
        <p:grpSpPr>
          <a:xfrm>
            <a:off x="179512" y="789552"/>
            <a:ext cx="5040560" cy="3402378"/>
            <a:chOff x="323528" y="980728"/>
            <a:chExt cx="5040560" cy="4536504"/>
          </a:xfrm>
        </p:grpSpPr>
        <p:pic>
          <p:nvPicPr>
            <p:cNvPr id="2063" name="Picture 2"/>
            <p:cNvPicPr>
              <a:picLocks noChangeAspect="1" noChangeArrowheads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3927" t="9653" r="23750" b="2136"/>
            <a:stretch>
              <a:fillRect/>
            </a:stretch>
          </p:blipFill>
          <p:spPr bwMode="auto">
            <a:xfrm>
              <a:off x="755576" y="1052736"/>
              <a:ext cx="4176464" cy="446449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28" name="TextBox 27"/>
            <p:cNvSpPr txBox="1"/>
            <p:nvPr/>
          </p:nvSpPr>
          <p:spPr>
            <a:xfrm>
              <a:off x="323528" y="1012667"/>
              <a:ext cx="441146" cy="53348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sz="2000" b="1" dirty="0">
                  <a:solidFill>
                    <a:srgbClr val="FF0000"/>
                  </a:solidFill>
                </a:rPr>
                <a:t>①</a:t>
              </a:r>
            </a:p>
          </p:txBody>
        </p:sp>
        <p:sp>
          <p:nvSpPr>
            <p:cNvPr id="29" name="직사각형 28"/>
            <p:cNvSpPr/>
            <p:nvPr/>
          </p:nvSpPr>
          <p:spPr>
            <a:xfrm>
              <a:off x="704244" y="980728"/>
              <a:ext cx="4227796" cy="576064"/>
            </a:xfrm>
            <a:prstGeom prst="rect">
              <a:avLst/>
            </a:prstGeom>
            <a:noFill/>
            <a:ln w="3810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ko-KR" altLang="en-US" sz="1000" b="1" dirty="0"/>
            </a:p>
          </p:txBody>
        </p:sp>
        <p:sp>
          <p:nvSpPr>
            <p:cNvPr id="33" name="TextBox 32"/>
            <p:cNvSpPr txBox="1"/>
            <p:nvPr/>
          </p:nvSpPr>
          <p:spPr>
            <a:xfrm>
              <a:off x="2325699" y="1743199"/>
              <a:ext cx="492443" cy="615553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sz="2400" b="1" dirty="0">
                  <a:solidFill>
                    <a:srgbClr val="FF0000"/>
                  </a:solidFill>
                </a:rPr>
                <a:t>②</a:t>
              </a:r>
            </a:p>
          </p:txBody>
        </p:sp>
        <p:sp>
          <p:nvSpPr>
            <p:cNvPr id="34" name="직사각형 33"/>
            <p:cNvSpPr/>
            <p:nvPr/>
          </p:nvSpPr>
          <p:spPr>
            <a:xfrm>
              <a:off x="1763688" y="1815207"/>
              <a:ext cx="2232248" cy="648072"/>
            </a:xfrm>
            <a:prstGeom prst="rect">
              <a:avLst/>
            </a:prstGeom>
            <a:noFill/>
            <a:ln w="3810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ko-KR" altLang="en-US" sz="1000" b="1" dirty="0"/>
            </a:p>
          </p:txBody>
        </p:sp>
        <p:sp>
          <p:nvSpPr>
            <p:cNvPr id="42" name="TextBox 41"/>
            <p:cNvSpPr txBox="1"/>
            <p:nvPr/>
          </p:nvSpPr>
          <p:spPr>
            <a:xfrm>
              <a:off x="323528" y="2463279"/>
              <a:ext cx="492443" cy="615553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sz="2400" b="1" dirty="0">
                  <a:solidFill>
                    <a:srgbClr val="FF0000"/>
                  </a:solidFill>
                </a:rPr>
                <a:t>③</a:t>
              </a:r>
            </a:p>
          </p:txBody>
        </p:sp>
        <p:sp>
          <p:nvSpPr>
            <p:cNvPr id="35" name="직사각형 34"/>
            <p:cNvSpPr/>
            <p:nvPr/>
          </p:nvSpPr>
          <p:spPr>
            <a:xfrm>
              <a:off x="704244" y="2564904"/>
              <a:ext cx="4227796" cy="288032"/>
            </a:xfrm>
            <a:prstGeom prst="rect">
              <a:avLst/>
            </a:prstGeom>
            <a:noFill/>
            <a:ln w="3810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ko-KR" altLang="en-US" sz="1000" b="1" dirty="0"/>
            </a:p>
          </p:txBody>
        </p:sp>
        <p:sp>
          <p:nvSpPr>
            <p:cNvPr id="36" name="직사각형 35"/>
            <p:cNvSpPr/>
            <p:nvPr/>
          </p:nvSpPr>
          <p:spPr>
            <a:xfrm>
              <a:off x="704244" y="2924944"/>
              <a:ext cx="1995548" cy="1080120"/>
            </a:xfrm>
            <a:prstGeom prst="rect">
              <a:avLst/>
            </a:prstGeom>
            <a:noFill/>
            <a:ln w="3810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ko-KR" altLang="en-US" sz="1000" b="1" dirty="0"/>
            </a:p>
          </p:txBody>
        </p:sp>
        <p:sp>
          <p:nvSpPr>
            <p:cNvPr id="46" name="직사각형 45"/>
            <p:cNvSpPr/>
            <p:nvPr/>
          </p:nvSpPr>
          <p:spPr>
            <a:xfrm>
              <a:off x="2818142" y="2924944"/>
              <a:ext cx="2139564" cy="1080120"/>
            </a:xfrm>
            <a:prstGeom prst="rect">
              <a:avLst/>
            </a:prstGeom>
            <a:noFill/>
            <a:ln w="3810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ko-KR" altLang="en-US" sz="1000" b="1" dirty="0"/>
            </a:p>
          </p:txBody>
        </p:sp>
        <p:sp>
          <p:nvSpPr>
            <p:cNvPr id="37" name="직사각형 36"/>
            <p:cNvSpPr/>
            <p:nvPr/>
          </p:nvSpPr>
          <p:spPr>
            <a:xfrm>
              <a:off x="691411" y="4077072"/>
              <a:ext cx="4253462" cy="864096"/>
            </a:xfrm>
            <a:prstGeom prst="rect">
              <a:avLst/>
            </a:prstGeom>
            <a:noFill/>
            <a:ln w="3810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ko-KR" altLang="en-US" sz="1000" b="1" dirty="0"/>
            </a:p>
          </p:txBody>
        </p:sp>
        <p:sp>
          <p:nvSpPr>
            <p:cNvPr id="38" name="직사각형 37"/>
            <p:cNvSpPr/>
            <p:nvPr/>
          </p:nvSpPr>
          <p:spPr>
            <a:xfrm>
              <a:off x="691411" y="4941168"/>
              <a:ext cx="4266295" cy="288032"/>
            </a:xfrm>
            <a:prstGeom prst="rect">
              <a:avLst/>
            </a:prstGeom>
            <a:noFill/>
            <a:ln w="3810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ko-KR" altLang="en-US" sz="1000" b="1" dirty="0"/>
            </a:p>
          </p:txBody>
        </p:sp>
        <p:sp>
          <p:nvSpPr>
            <p:cNvPr id="47" name="TextBox 46"/>
            <p:cNvSpPr txBox="1"/>
            <p:nvPr/>
          </p:nvSpPr>
          <p:spPr>
            <a:xfrm>
              <a:off x="323528" y="3054151"/>
              <a:ext cx="492443" cy="615553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sz="2400" b="1" dirty="0">
                  <a:solidFill>
                    <a:srgbClr val="FF0000"/>
                  </a:solidFill>
                </a:rPr>
                <a:t>④</a:t>
              </a:r>
            </a:p>
          </p:txBody>
        </p:sp>
        <p:sp>
          <p:nvSpPr>
            <p:cNvPr id="48" name="TextBox 47"/>
            <p:cNvSpPr txBox="1"/>
            <p:nvPr/>
          </p:nvSpPr>
          <p:spPr>
            <a:xfrm>
              <a:off x="4871645" y="3068960"/>
              <a:ext cx="492443" cy="615553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sz="2400" b="1" dirty="0">
                  <a:solidFill>
                    <a:srgbClr val="FF0000"/>
                  </a:solidFill>
                </a:rPr>
                <a:t>⑤</a:t>
              </a:r>
            </a:p>
          </p:txBody>
        </p:sp>
        <p:sp>
          <p:nvSpPr>
            <p:cNvPr id="49" name="TextBox 48"/>
            <p:cNvSpPr txBox="1"/>
            <p:nvPr/>
          </p:nvSpPr>
          <p:spPr>
            <a:xfrm>
              <a:off x="323528" y="4119463"/>
              <a:ext cx="492443" cy="615553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sz="2400" b="1" dirty="0">
                  <a:solidFill>
                    <a:srgbClr val="FF0000"/>
                  </a:solidFill>
                </a:rPr>
                <a:t>⑥</a:t>
              </a:r>
            </a:p>
          </p:txBody>
        </p:sp>
        <p:sp>
          <p:nvSpPr>
            <p:cNvPr id="50" name="TextBox 49"/>
            <p:cNvSpPr txBox="1"/>
            <p:nvPr/>
          </p:nvSpPr>
          <p:spPr>
            <a:xfrm>
              <a:off x="323528" y="4797152"/>
              <a:ext cx="492443" cy="615553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sz="2400" b="1" dirty="0">
                  <a:solidFill>
                    <a:srgbClr val="FF0000"/>
                  </a:solidFill>
                </a:rPr>
                <a:t>⑦</a:t>
              </a:r>
            </a:p>
          </p:txBody>
        </p:sp>
      </p:grpSp>
      <p:sp>
        <p:nvSpPr>
          <p:cNvPr id="39" name="모서리가 둥근 직사각형 38"/>
          <p:cNvSpPr/>
          <p:nvPr/>
        </p:nvSpPr>
        <p:spPr>
          <a:xfrm>
            <a:off x="5239208" y="195486"/>
            <a:ext cx="3539617" cy="4752528"/>
          </a:xfrm>
          <a:prstGeom prst="roundRect">
            <a:avLst>
              <a:gd name="adj" fmla="val 10188"/>
            </a:avLst>
          </a:prstGeom>
          <a:noFill/>
          <a:ln w="38100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228600" indent="-228600">
              <a:lnSpc>
                <a:spcPct val="200000"/>
              </a:lnSpc>
              <a:buFont typeface="+mj-ea"/>
              <a:buAutoNum type="circleNumDbPlain"/>
            </a:pPr>
            <a:r>
              <a:rPr lang="ko-KR" altLang="en-US" sz="1200" b="1" dirty="0" err="1">
                <a:solidFill>
                  <a:schemeClr val="tx1"/>
                </a:solidFill>
              </a:rPr>
              <a:t>로그인전</a:t>
            </a:r>
            <a:r>
              <a:rPr lang="en-US" altLang="ko-KR" sz="1200" b="1" dirty="0">
                <a:solidFill>
                  <a:schemeClr val="tx1"/>
                </a:solidFill>
              </a:rPr>
              <a:t>, </a:t>
            </a:r>
            <a:r>
              <a:rPr lang="ko-KR" altLang="en-US" sz="1200" b="1" dirty="0">
                <a:solidFill>
                  <a:schemeClr val="tx1"/>
                </a:solidFill>
              </a:rPr>
              <a:t>회원로그인후</a:t>
            </a:r>
            <a:r>
              <a:rPr lang="en-US" altLang="ko-KR" sz="1200" b="1" dirty="0">
                <a:solidFill>
                  <a:schemeClr val="tx1"/>
                </a:solidFill>
              </a:rPr>
              <a:t>, </a:t>
            </a:r>
            <a:r>
              <a:rPr lang="ko-KR" altLang="en-US" sz="1200" b="1" dirty="0">
                <a:solidFill>
                  <a:schemeClr val="tx1"/>
                </a:solidFill>
              </a:rPr>
              <a:t>관리자로그인 후</a:t>
            </a:r>
            <a:r>
              <a:rPr lang="en-US" altLang="ko-KR" sz="1200" b="1" dirty="0">
                <a:solidFill>
                  <a:schemeClr val="tx1"/>
                </a:solidFill>
              </a:rPr>
              <a:t> </a:t>
            </a:r>
            <a:r>
              <a:rPr lang="ko-KR" altLang="en-US" sz="1200" b="1" dirty="0" err="1">
                <a:solidFill>
                  <a:schemeClr val="tx1"/>
                </a:solidFill>
              </a:rPr>
              <a:t>해더의</a:t>
            </a:r>
            <a:r>
              <a:rPr lang="ko-KR" altLang="en-US" sz="1200" b="1" dirty="0">
                <a:solidFill>
                  <a:schemeClr val="tx1"/>
                </a:solidFill>
              </a:rPr>
              <a:t> 메뉴가 다르게 보인다</a:t>
            </a:r>
            <a:endParaRPr lang="en-US" altLang="ko-KR" sz="1200" b="1" dirty="0">
              <a:solidFill>
                <a:schemeClr val="tx1"/>
              </a:solidFill>
            </a:endParaRPr>
          </a:p>
          <a:p>
            <a:pPr marL="228600" indent="-228600">
              <a:lnSpc>
                <a:spcPct val="200000"/>
              </a:lnSpc>
              <a:buFont typeface="+mj-ea"/>
              <a:buAutoNum type="circleNumDbPlain"/>
            </a:pPr>
            <a:r>
              <a:rPr lang="ko-KR" altLang="en-US" sz="1200" b="1" dirty="0">
                <a:solidFill>
                  <a:schemeClr val="tx1"/>
                </a:solidFill>
              </a:rPr>
              <a:t>검색하기</a:t>
            </a:r>
            <a:endParaRPr lang="en-US" altLang="ko-KR" sz="1200" b="1" dirty="0">
              <a:solidFill>
                <a:schemeClr val="tx1"/>
              </a:solidFill>
            </a:endParaRPr>
          </a:p>
          <a:p>
            <a:pPr marL="360000" lvl="1" indent="-228600">
              <a:lnSpc>
                <a:spcPct val="200000"/>
              </a:lnSpc>
              <a:buFont typeface="맑은 고딕" panose="020B0503020000020004" pitchFamily="50" charset="-127"/>
              <a:buChar char="–"/>
            </a:pPr>
            <a:r>
              <a:rPr lang="ko-KR" altLang="en-US" sz="1200" b="1" dirty="0">
                <a:solidFill>
                  <a:schemeClr val="tx1"/>
                </a:solidFill>
              </a:rPr>
              <a:t>비회원</a:t>
            </a:r>
            <a:r>
              <a:rPr lang="en-US" altLang="ko-KR" sz="1200" b="1" dirty="0">
                <a:solidFill>
                  <a:schemeClr val="tx1"/>
                </a:solidFill>
              </a:rPr>
              <a:t>, </a:t>
            </a:r>
            <a:r>
              <a:rPr lang="ko-KR" altLang="en-US" sz="1200" b="1" dirty="0">
                <a:solidFill>
                  <a:schemeClr val="tx1"/>
                </a:solidFill>
              </a:rPr>
              <a:t>회원</a:t>
            </a:r>
            <a:r>
              <a:rPr lang="en-US" altLang="ko-KR" sz="1200" b="1" dirty="0">
                <a:solidFill>
                  <a:schemeClr val="tx1"/>
                </a:solidFill>
              </a:rPr>
              <a:t>, </a:t>
            </a:r>
            <a:r>
              <a:rPr lang="ko-KR" altLang="en-US" sz="1200" b="1" dirty="0">
                <a:solidFill>
                  <a:schemeClr val="tx1"/>
                </a:solidFill>
              </a:rPr>
              <a:t>관리자 모두 이용가능</a:t>
            </a:r>
            <a:endParaRPr lang="en-US" altLang="ko-KR" sz="1200" b="1" dirty="0">
              <a:solidFill>
                <a:schemeClr val="tx1"/>
              </a:solidFill>
            </a:endParaRPr>
          </a:p>
          <a:p>
            <a:pPr marL="360000" lvl="1" indent="-228600">
              <a:lnSpc>
                <a:spcPct val="200000"/>
              </a:lnSpc>
              <a:buFont typeface="맑은 고딕" panose="020B0503020000020004" pitchFamily="50" charset="-127"/>
              <a:buChar char="–"/>
            </a:pPr>
            <a:r>
              <a:rPr lang="ko-KR" altLang="en-US" sz="1200" b="1" dirty="0">
                <a:solidFill>
                  <a:schemeClr val="tx1"/>
                </a:solidFill>
              </a:rPr>
              <a:t>검색조건 </a:t>
            </a:r>
            <a:r>
              <a:rPr lang="en-US" altLang="ko-KR" sz="1200" b="1" dirty="0">
                <a:solidFill>
                  <a:schemeClr val="tx1"/>
                </a:solidFill>
              </a:rPr>
              <a:t>: </a:t>
            </a:r>
            <a:r>
              <a:rPr lang="ko-KR" altLang="en-US" sz="1200" b="1" dirty="0">
                <a:solidFill>
                  <a:schemeClr val="tx1"/>
                </a:solidFill>
              </a:rPr>
              <a:t>전체</a:t>
            </a:r>
            <a:r>
              <a:rPr lang="en-US" altLang="ko-KR" sz="1200" b="1" dirty="0">
                <a:solidFill>
                  <a:schemeClr val="tx1"/>
                </a:solidFill>
              </a:rPr>
              <a:t>, </a:t>
            </a:r>
            <a:r>
              <a:rPr lang="ko-KR" altLang="en-US" sz="1200" b="1" dirty="0">
                <a:solidFill>
                  <a:schemeClr val="tx1"/>
                </a:solidFill>
              </a:rPr>
              <a:t>서명</a:t>
            </a:r>
            <a:r>
              <a:rPr lang="en-US" altLang="ko-KR" sz="1200" b="1" dirty="0">
                <a:solidFill>
                  <a:schemeClr val="tx1"/>
                </a:solidFill>
              </a:rPr>
              <a:t>, </a:t>
            </a:r>
            <a:r>
              <a:rPr lang="ko-KR" altLang="en-US" sz="1200" b="1" dirty="0">
                <a:solidFill>
                  <a:schemeClr val="tx1"/>
                </a:solidFill>
              </a:rPr>
              <a:t>저자</a:t>
            </a:r>
            <a:r>
              <a:rPr lang="en-US" altLang="ko-KR" sz="1200" b="1" dirty="0">
                <a:solidFill>
                  <a:schemeClr val="tx1"/>
                </a:solidFill>
              </a:rPr>
              <a:t>, </a:t>
            </a:r>
            <a:r>
              <a:rPr lang="ko-KR" altLang="en-US" sz="1200" b="1" dirty="0">
                <a:solidFill>
                  <a:schemeClr val="tx1"/>
                </a:solidFill>
              </a:rPr>
              <a:t>출판사 </a:t>
            </a:r>
            <a:endParaRPr lang="en-US" altLang="ko-KR" sz="1200" b="1" dirty="0">
              <a:solidFill>
                <a:schemeClr val="tx1"/>
              </a:solidFill>
            </a:endParaRPr>
          </a:p>
          <a:p>
            <a:pPr marL="228600" indent="-228600">
              <a:lnSpc>
                <a:spcPct val="200000"/>
              </a:lnSpc>
              <a:buFont typeface="+mj-ea"/>
              <a:buAutoNum type="circleNumDbPlain"/>
            </a:pPr>
            <a:r>
              <a:rPr lang="en-US" altLang="ko-KR" sz="1200" b="1" dirty="0">
                <a:solidFill>
                  <a:schemeClr val="tx1"/>
                </a:solidFill>
              </a:rPr>
              <a:t>Hit Menu</a:t>
            </a:r>
          </a:p>
          <a:p>
            <a:pPr marL="360000" lvl="1" indent="-228600">
              <a:lnSpc>
                <a:spcPct val="200000"/>
              </a:lnSpc>
              <a:buFont typeface="맑은 고딕" panose="020B0503020000020004" pitchFamily="50" charset="-127"/>
              <a:buChar char="–"/>
            </a:pPr>
            <a:r>
              <a:rPr lang="ko-KR" altLang="en-US" sz="1200" b="1" dirty="0">
                <a:solidFill>
                  <a:schemeClr val="tx1"/>
                </a:solidFill>
              </a:rPr>
              <a:t>도서신청</a:t>
            </a:r>
            <a:r>
              <a:rPr lang="en-US" altLang="ko-KR" sz="1200" b="1" dirty="0">
                <a:solidFill>
                  <a:schemeClr val="tx1"/>
                </a:solidFill>
              </a:rPr>
              <a:t>, </a:t>
            </a:r>
            <a:r>
              <a:rPr lang="ko-KR" altLang="en-US" sz="1200" b="1" dirty="0">
                <a:solidFill>
                  <a:schemeClr val="tx1"/>
                </a:solidFill>
              </a:rPr>
              <a:t>좌석예약</a:t>
            </a:r>
            <a:r>
              <a:rPr lang="en-US" altLang="ko-KR" sz="1200" b="1" dirty="0">
                <a:solidFill>
                  <a:schemeClr val="tx1"/>
                </a:solidFill>
              </a:rPr>
              <a:t>, </a:t>
            </a:r>
            <a:r>
              <a:rPr lang="ko-KR" altLang="en-US" sz="1200" b="1" dirty="0" err="1">
                <a:solidFill>
                  <a:schemeClr val="tx1"/>
                </a:solidFill>
              </a:rPr>
              <a:t>신착자료</a:t>
            </a:r>
            <a:r>
              <a:rPr lang="en-US" altLang="ko-KR" sz="1200" b="1" dirty="0">
                <a:solidFill>
                  <a:schemeClr val="tx1"/>
                </a:solidFill>
              </a:rPr>
              <a:t>, </a:t>
            </a:r>
            <a:r>
              <a:rPr lang="ko-KR" altLang="en-US" sz="1200" b="1" dirty="0">
                <a:solidFill>
                  <a:schemeClr val="tx1"/>
                </a:solidFill>
              </a:rPr>
              <a:t>도서추천</a:t>
            </a:r>
            <a:r>
              <a:rPr lang="en-US" altLang="ko-KR" sz="1200" b="1" dirty="0">
                <a:solidFill>
                  <a:schemeClr val="tx1"/>
                </a:solidFill>
              </a:rPr>
              <a:t>, </a:t>
            </a:r>
            <a:r>
              <a:rPr lang="ko-KR" altLang="en-US" sz="1200" b="1" dirty="0">
                <a:solidFill>
                  <a:schemeClr val="tx1"/>
                </a:solidFill>
              </a:rPr>
              <a:t>인기도서</a:t>
            </a:r>
            <a:r>
              <a:rPr lang="en-US" altLang="ko-KR" sz="1200" b="1" dirty="0">
                <a:solidFill>
                  <a:schemeClr val="tx1"/>
                </a:solidFill>
              </a:rPr>
              <a:t>, </a:t>
            </a:r>
            <a:r>
              <a:rPr lang="ko-KR" altLang="en-US" sz="1200" b="1" dirty="0">
                <a:solidFill>
                  <a:schemeClr val="tx1"/>
                </a:solidFill>
              </a:rPr>
              <a:t>이용문의</a:t>
            </a:r>
            <a:endParaRPr lang="en-US" altLang="ko-KR" sz="1200" b="1" dirty="0">
              <a:solidFill>
                <a:schemeClr val="tx1"/>
              </a:solidFill>
            </a:endParaRPr>
          </a:p>
          <a:p>
            <a:pPr marL="228600" indent="-228600">
              <a:lnSpc>
                <a:spcPct val="200000"/>
              </a:lnSpc>
              <a:buFont typeface="+mj-ea"/>
              <a:buAutoNum type="circleNumDbPlain"/>
            </a:pPr>
            <a:r>
              <a:rPr lang="ko-KR" altLang="en-US" sz="1200" b="1" dirty="0">
                <a:solidFill>
                  <a:schemeClr val="tx1"/>
                </a:solidFill>
              </a:rPr>
              <a:t>최근 공지사항 </a:t>
            </a:r>
            <a:r>
              <a:rPr lang="en-US" altLang="ko-KR" sz="1200" b="1" dirty="0">
                <a:solidFill>
                  <a:schemeClr val="tx1"/>
                </a:solidFill>
              </a:rPr>
              <a:t>top5 </a:t>
            </a:r>
            <a:r>
              <a:rPr lang="ko-KR" altLang="en-US" sz="1200" b="1" dirty="0">
                <a:solidFill>
                  <a:schemeClr val="tx1"/>
                </a:solidFill>
              </a:rPr>
              <a:t>출력</a:t>
            </a:r>
            <a:endParaRPr lang="en-US" altLang="ko-KR" sz="1200" b="1" dirty="0">
              <a:solidFill>
                <a:schemeClr val="tx1"/>
              </a:solidFill>
            </a:endParaRPr>
          </a:p>
          <a:p>
            <a:pPr marL="228600" indent="-228600">
              <a:lnSpc>
                <a:spcPct val="200000"/>
              </a:lnSpc>
              <a:buFont typeface="+mj-ea"/>
              <a:buAutoNum type="circleNumDbPlain"/>
            </a:pPr>
            <a:r>
              <a:rPr lang="ko-KR" altLang="en-US" sz="1200" b="1" dirty="0">
                <a:solidFill>
                  <a:schemeClr val="tx1"/>
                </a:solidFill>
              </a:rPr>
              <a:t>달력</a:t>
            </a:r>
            <a:r>
              <a:rPr lang="en-US" altLang="ko-KR" sz="1200" b="1" dirty="0">
                <a:solidFill>
                  <a:schemeClr val="tx1"/>
                </a:solidFill>
              </a:rPr>
              <a:t> </a:t>
            </a:r>
            <a:r>
              <a:rPr lang="ko-KR" altLang="en-US" sz="1200" b="1" dirty="0">
                <a:solidFill>
                  <a:schemeClr val="tx1"/>
                </a:solidFill>
              </a:rPr>
              <a:t>및 일정</a:t>
            </a:r>
            <a:r>
              <a:rPr lang="en-US" altLang="ko-KR" sz="1200" b="1" dirty="0">
                <a:solidFill>
                  <a:schemeClr val="tx1"/>
                </a:solidFill>
              </a:rPr>
              <a:t>, </a:t>
            </a:r>
            <a:r>
              <a:rPr lang="ko-KR" altLang="en-US" sz="1200" b="1" dirty="0">
                <a:solidFill>
                  <a:schemeClr val="tx1"/>
                </a:solidFill>
              </a:rPr>
              <a:t>이용시간 출력</a:t>
            </a:r>
            <a:endParaRPr lang="en-US" altLang="ko-KR" sz="1200" b="1" dirty="0">
              <a:solidFill>
                <a:schemeClr val="tx1"/>
              </a:solidFill>
            </a:endParaRPr>
          </a:p>
          <a:p>
            <a:pPr marL="228600" indent="-228600">
              <a:lnSpc>
                <a:spcPct val="200000"/>
              </a:lnSpc>
              <a:buFont typeface="+mj-ea"/>
              <a:buAutoNum type="circleNumDbPlain"/>
            </a:pPr>
            <a:r>
              <a:rPr lang="ko-KR" altLang="en-US" sz="1200" b="1" dirty="0">
                <a:solidFill>
                  <a:schemeClr val="tx1"/>
                </a:solidFill>
              </a:rPr>
              <a:t>대출 인기 도서 </a:t>
            </a:r>
            <a:r>
              <a:rPr lang="en-US" altLang="ko-KR" sz="1200" b="1" dirty="0">
                <a:solidFill>
                  <a:schemeClr val="tx1"/>
                </a:solidFill>
              </a:rPr>
              <a:t>top 5 </a:t>
            </a:r>
            <a:r>
              <a:rPr lang="ko-KR" altLang="en-US" sz="1200" b="1" dirty="0">
                <a:solidFill>
                  <a:schemeClr val="tx1"/>
                </a:solidFill>
              </a:rPr>
              <a:t>출력</a:t>
            </a:r>
            <a:endParaRPr lang="en-US" altLang="ko-KR" sz="1200" b="1" dirty="0">
              <a:solidFill>
                <a:schemeClr val="tx1"/>
              </a:solidFill>
            </a:endParaRPr>
          </a:p>
          <a:p>
            <a:pPr marL="228600" indent="-228600">
              <a:lnSpc>
                <a:spcPct val="200000"/>
              </a:lnSpc>
              <a:buFont typeface="+mj-ea"/>
              <a:buAutoNum type="circleNumDbPlain"/>
            </a:pPr>
            <a:r>
              <a:rPr lang="en-US" altLang="ko-KR" sz="1200" b="1" dirty="0">
                <a:solidFill>
                  <a:schemeClr val="tx1"/>
                </a:solidFill>
              </a:rPr>
              <a:t>Hit URL : </a:t>
            </a:r>
            <a:r>
              <a:rPr lang="ko-KR" altLang="en-US" sz="1200" b="1" dirty="0" err="1">
                <a:solidFill>
                  <a:schemeClr val="tx1"/>
                </a:solidFill>
              </a:rPr>
              <a:t>사이트맵</a:t>
            </a:r>
            <a:r>
              <a:rPr lang="ko-KR" altLang="en-US" sz="1200" b="1" dirty="0">
                <a:solidFill>
                  <a:schemeClr val="tx1"/>
                </a:solidFill>
              </a:rPr>
              <a:t> </a:t>
            </a:r>
            <a:r>
              <a:rPr lang="en-US" altLang="ko-KR" sz="1200" b="1" dirty="0">
                <a:solidFill>
                  <a:schemeClr val="tx1"/>
                </a:solidFill>
              </a:rPr>
              <a:t>, RISS, NDSL, KOLAS, </a:t>
            </a:r>
            <a:r>
              <a:rPr lang="ko-KR" altLang="en-US" sz="1200" b="1" dirty="0">
                <a:solidFill>
                  <a:schemeClr val="tx1"/>
                </a:solidFill>
              </a:rPr>
              <a:t>국립중앙도서관 등 링크</a:t>
            </a:r>
          </a:p>
        </p:txBody>
      </p:sp>
    </p:spTree>
    <p:extLst>
      <p:ext uri="{BB962C8B-B14F-4D97-AF65-F5344CB8AC3E}">
        <p14:creationId xmlns:p14="http://schemas.microsoft.com/office/powerpoint/2010/main" val="141130982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974B11-60DB-405B-8211-256C6E064270}" type="slidenum">
              <a:rPr lang="ko-KR" altLang="en-US" smtClean="0"/>
              <a:pPr/>
              <a:t>12</a:t>
            </a:fld>
            <a:endParaRPr lang="ko-KR" altLang="en-US" dirty="0"/>
          </a:p>
        </p:txBody>
      </p:sp>
      <p:sp>
        <p:nvSpPr>
          <p:cNvPr id="45" name="TextBox 44"/>
          <p:cNvSpPr txBox="1"/>
          <p:nvPr/>
        </p:nvSpPr>
        <p:spPr>
          <a:xfrm>
            <a:off x="323528" y="80505"/>
            <a:ext cx="576064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b="1" dirty="0">
                <a:solidFill>
                  <a:srgbClr val="756B5F"/>
                </a:solidFill>
              </a:rPr>
              <a:t>11. UI </a:t>
            </a:r>
            <a:r>
              <a:rPr lang="ko-KR" altLang="en-US" b="1" dirty="0">
                <a:solidFill>
                  <a:srgbClr val="756B5F"/>
                </a:solidFill>
              </a:rPr>
              <a:t>시연 및 핵심기능 </a:t>
            </a:r>
            <a:r>
              <a:rPr lang="en-US" altLang="ko-KR" b="1" dirty="0">
                <a:solidFill>
                  <a:srgbClr val="756B5F"/>
                </a:solidFill>
              </a:rPr>
              <a:t>– </a:t>
            </a:r>
            <a:r>
              <a:rPr lang="ko-KR" altLang="en-US" b="1" dirty="0">
                <a:solidFill>
                  <a:srgbClr val="756B5F"/>
                </a:solidFill>
              </a:rPr>
              <a:t>관리자</a:t>
            </a:r>
            <a:r>
              <a:rPr lang="en-US" altLang="ko-KR" b="1" dirty="0">
                <a:solidFill>
                  <a:srgbClr val="756B5F"/>
                </a:solidFill>
              </a:rPr>
              <a:t>(</a:t>
            </a:r>
            <a:r>
              <a:rPr lang="ko-KR" altLang="en-US" b="1" dirty="0">
                <a:solidFill>
                  <a:srgbClr val="756B5F"/>
                </a:solidFill>
              </a:rPr>
              <a:t>사서</a:t>
            </a:r>
            <a:r>
              <a:rPr lang="en-US" altLang="ko-KR" b="1" dirty="0">
                <a:solidFill>
                  <a:srgbClr val="756B5F"/>
                </a:solidFill>
              </a:rPr>
              <a:t>) </a:t>
            </a:r>
            <a:r>
              <a:rPr lang="ko-KR" altLang="en-US" b="1" dirty="0">
                <a:solidFill>
                  <a:srgbClr val="756B5F"/>
                </a:solidFill>
              </a:rPr>
              <a:t>등록 및 삭제</a:t>
            </a:r>
          </a:p>
        </p:txBody>
      </p:sp>
      <p:sp>
        <p:nvSpPr>
          <p:cNvPr id="39" name="모서리가 둥근 직사각형 38"/>
          <p:cNvSpPr/>
          <p:nvPr/>
        </p:nvSpPr>
        <p:spPr>
          <a:xfrm>
            <a:off x="5239208" y="681539"/>
            <a:ext cx="3539617" cy="4170331"/>
          </a:xfrm>
          <a:prstGeom prst="roundRect">
            <a:avLst>
              <a:gd name="adj" fmla="val 10188"/>
            </a:avLst>
          </a:prstGeom>
          <a:noFill/>
          <a:ln w="38100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228600" indent="-228600">
              <a:lnSpc>
                <a:spcPct val="200000"/>
              </a:lnSpc>
              <a:buFont typeface="+mj-ea"/>
              <a:buAutoNum type="circleNumDbPlain"/>
            </a:pPr>
            <a:r>
              <a:rPr lang="ko-KR" altLang="en-US" sz="1200" b="1" dirty="0">
                <a:solidFill>
                  <a:schemeClr val="tx1"/>
                </a:solidFill>
              </a:rPr>
              <a:t>서비스의 사이트에서 현재 위치를 알려주고</a:t>
            </a:r>
            <a:r>
              <a:rPr lang="en-US" altLang="ko-KR" sz="1200" b="1" dirty="0">
                <a:solidFill>
                  <a:schemeClr val="tx1"/>
                </a:solidFill>
              </a:rPr>
              <a:t>, </a:t>
            </a:r>
            <a:r>
              <a:rPr lang="ko-KR" altLang="en-US" sz="1200" b="1" dirty="0">
                <a:solidFill>
                  <a:schemeClr val="tx1"/>
                </a:solidFill>
              </a:rPr>
              <a:t>좌측 메뉴도 현재 위치를 달리 표현한다</a:t>
            </a:r>
            <a:endParaRPr lang="en-US" altLang="ko-KR" sz="1200" b="1" dirty="0">
              <a:solidFill>
                <a:schemeClr val="tx1"/>
              </a:solidFill>
            </a:endParaRPr>
          </a:p>
          <a:p>
            <a:pPr marL="228600" indent="-228600">
              <a:lnSpc>
                <a:spcPct val="200000"/>
              </a:lnSpc>
              <a:buFont typeface="+mj-ea"/>
              <a:buAutoNum type="circleNumDbPlain"/>
            </a:pPr>
            <a:r>
              <a:rPr lang="ko-KR" altLang="en-US" sz="1200" b="1" dirty="0">
                <a:solidFill>
                  <a:schemeClr val="tx1"/>
                </a:solidFill>
              </a:rPr>
              <a:t>관리자 관리메뉴 </a:t>
            </a:r>
            <a:r>
              <a:rPr lang="en-US" altLang="ko-KR" sz="1200" b="1" dirty="0">
                <a:solidFill>
                  <a:schemeClr val="tx1"/>
                </a:solidFill>
              </a:rPr>
              <a:t>: </a:t>
            </a:r>
            <a:r>
              <a:rPr lang="ko-KR" altLang="en-US" sz="1200" b="1" dirty="0">
                <a:solidFill>
                  <a:schemeClr val="tx1"/>
                </a:solidFill>
              </a:rPr>
              <a:t>관리자 등록 및 관리자 삭제</a:t>
            </a:r>
            <a:r>
              <a:rPr lang="en-US" altLang="ko-KR" sz="1200" b="1" dirty="0">
                <a:solidFill>
                  <a:schemeClr val="tx1"/>
                </a:solidFill>
              </a:rPr>
              <a:t>. </a:t>
            </a:r>
            <a:r>
              <a:rPr lang="ko-KR" altLang="en-US" sz="1200" b="1" dirty="0">
                <a:solidFill>
                  <a:schemeClr val="tx1"/>
                </a:solidFill>
              </a:rPr>
              <a:t>현재 위치 메뉴는 </a:t>
            </a:r>
            <a:r>
              <a:rPr lang="en-US" altLang="ko-KR" sz="1200" b="1" dirty="0">
                <a:solidFill>
                  <a:schemeClr val="tx1"/>
                </a:solidFill>
              </a:rPr>
              <a:t>CSS</a:t>
            </a:r>
            <a:r>
              <a:rPr lang="ko-KR" altLang="en-US" sz="1200" b="1" dirty="0">
                <a:solidFill>
                  <a:schemeClr val="tx1"/>
                </a:solidFill>
              </a:rPr>
              <a:t>를 달리 한다</a:t>
            </a:r>
            <a:r>
              <a:rPr lang="en-US" altLang="ko-KR" sz="1200" b="1" dirty="0">
                <a:solidFill>
                  <a:schemeClr val="tx1"/>
                </a:solidFill>
              </a:rPr>
              <a:t>.</a:t>
            </a:r>
          </a:p>
          <a:p>
            <a:pPr marL="228600" indent="-228600">
              <a:lnSpc>
                <a:spcPct val="200000"/>
              </a:lnSpc>
              <a:buFont typeface="+mj-ea"/>
              <a:buAutoNum type="circleNumDbPlain"/>
            </a:pPr>
            <a:r>
              <a:rPr lang="ko-KR" altLang="en-US" sz="1200" b="1" dirty="0">
                <a:solidFill>
                  <a:schemeClr val="tx1"/>
                </a:solidFill>
              </a:rPr>
              <a:t>새로운 사서가 입사하여 관리자를 등록하는 화면에서 관리자의 </a:t>
            </a:r>
            <a:r>
              <a:rPr lang="en-US" altLang="ko-KR" sz="1200" b="1" dirty="0">
                <a:solidFill>
                  <a:schemeClr val="tx1"/>
                </a:solidFill>
              </a:rPr>
              <a:t>ID</a:t>
            </a:r>
            <a:r>
              <a:rPr lang="ko-KR" altLang="en-US" sz="1200" b="1" dirty="0">
                <a:solidFill>
                  <a:schemeClr val="tx1"/>
                </a:solidFill>
              </a:rPr>
              <a:t>중복체크</a:t>
            </a:r>
            <a:r>
              <a:rPr lang="en-US" altLang="ko-KR" sz="1200" b="1" dirty="0">
                <a:solidFill>
                  <a:schemeClr val="tx1"/>
                </a:solidFill>
              </a:rPr>
              <a:t>(Ajax </a:t>
            </a:r>
            <a:r>
              <a:rPr lang="ko-KR" altLang="en-US" sz="1200" b="1" dirty="0">
                <a:solidFill>
                  <a:schemeClr val="tx1"/>
                </a:solidFill>
              </a:rPr>
              <a:t>이용</a:t>
            </a:r>
            <a:r>
              <a:rPr lang="en-US" altLang="ko-KR" sz="1200" b="1" dirty="0">
                <a:solidFill>
                  <a:schemeClr val="tx1"/>
                </a:solidFill>
              </a:rPr>
              <a:t>)</a:t>
            </a:r>
          </a:p>
          <a:p>
            <a:pPr marL="228600" indent="-228600">
              <a:lnSpc>
                <a:spcPct val="200000"/>
              </a:lnSpc>
              <a:buFont typeface="+mj-ea"/>
              <a:buAutoNum type="circleNumDbPlain"/>
            </a:pPr>
            <a:r>
              <a:rPr lang="en-US" altLang="ko-KR" sz="1200" b="1" dirty="0" err="1">
                <a:solidFill>
                  <a:schemeClr val="tx1"/>
                </a:solidFill>
              </a:rPr>
              <a:t>jQueryUI</a:t>
            </a:r>
            <a:r>
              <a:rPr lang="en-US" altLang="ko-KR" sz="1200" b="1" dirty="0">
                <a:solidFill>
                  <a:schemeClr val="tx1"/>
                </a:solidFill>
              </a:rPr>
              <a:t>, </a:t>
            </a:r>
            <a:r>
              <a:rPr lang="en-US" altLang="ko-KR" sz="1200" b="1" dirty="0" err="1">
                <a:solidFill>
                  <a:schemeClr val="tx1"/>
                </a:solidFill>
              </a:rPr>
              <a:t>daum</a:t>
            </a:r>
            <a:r>
              <a:rPr lang="en-US" altLang="ko-KR" sz="1200" b="1" dirty="0">
                <a:solidFill>
                  <a:schemeClr val="tx1"/>
                </a:solidFill>
              </a:rPr>
              <a:t> postcode API </a:t>
            </a:r>
            <a:r>
              <a:rPr lang="ko-KR" altLang="en-US" sz="1200" b="1" dirty="0">
                <a:solidFill>
                  <a:schemeClr val="tx1"/>
                </a:solidFill>
              </a:rPr>
              <a:t>이용</a:t>
            </a:r>
            <a:endParaRPr lang="en-US" altLang="ko-KR" sz="1200" b="1" dirty="0">
              <a:solidFill>
                <a:schemeClr val="tx1"/>
              </a:solidFill>
            </a:endParaRPr>
          </a:p>
          <a:p>
            <a:pPr marL="228600" indent="-228600">
              <a:lnSpc>
                <a:spcPct val="200000"/>
              </a:lnSpc>
              <a:buFont typeface="+mj-ea"/>
              <a:buAutoNum type="circleNumDbPlain"/>
            </a:pPr>
            <a:r>
              <a:rPr lang="ko-KR" altLang="en-US" sz="1200" b="1" dirty="0">
                <a:solidFill>
                  <a:schemeClr val="tx1"/>
                </a:solidFill>
              </a:rPr>
              <a:t>사서가 퇴사하여 관리자를 삭제할 경우 </a:t>
            </a:r>
            <a:r>
              <a:rPr lang="en-US" altLang="ko-KR" sz="1200" b="1" dirty="0">
                <a:solidFill>
                  <a:schemeClr val="tx1"/>
                </a:solidFill>
              </a:rPr>
              <a:t>X</a:t>
            </a:r>
            <a:r>
              <a:rPr lang="ko-KR" altLang="en-US" sz="1200" b="1" dirty="0">
                <a:solidFill>
                  <a:schemeClr val="tx1"/>
                </a:solidFill>
              </a:rPr>
              <a:t>를 클릭하면 해당 </a:t>
            </a:r>
            <a:r>
              <a:rPr lang="en-US" altLang="ko-KR" sz="1200" b="1" dirty="0">
                <a:solidFill>
                  <a:schemeClr val="tx1"/>
                </a:solidFill>
              </a:rPr>
              <a:t>ID</a:t>
            </a:r>
            <a:r>
              <a:rPr lang="ko-KR" altLang="en-US" sz="1200" b="1" dirty="0">
                <a:solidFill>
                  <a:schemeClr val="tx1"/>
                </a:solidFill>
              </a:rPr>
              <a:t>만 삭제된다</a:t>
            </a:r>
            <a:endParaRPr lang="en-US" altLang="ko-KR" sz="1200" b="1" dirty="0">
              <a:solidFill>
                <a:schemeClr val="tx1"/>
              </a:solidFill>
            </a:endParaRPr>
          </a:p>
          <a:p>
            <a:pPr marL="228600" indent="-228600">
              <a:lnSpc>
                <a:spcPct val="200000"/>
              </a:lnSpc>
              <a:buFont typeface="+mj-ea"/>
              <a:buAutoNum type="circleNumDbPlain"/>
            </a:pPr>
            <a:r>
              <a:rPr lang="ko-KR" altLang="en-US" sz="1200" b="1" dirty="0">
                <a:solidFill>
                  <a:schemeClr val="tx1"/>
                </a:solidFill>
              </a:rPr>
              <a:t>본 서비스의 모든 리스트 출력은 </a:t>
            </a:r>
            <a:r>
              <a:rPr lang="ko-KR" altLang="en-US" sz="1200" b="1" dirty="0" err="1">
                <a:solidFill>
                  <a:schemeClr val="tx1"/>
                </a:solidFill>
              </a:rPr>
              <a:t>페이징</a:t>
            </a:r>
            <a:r>
              <a:rPr lang="ko-KR" altLang="en-US" sz="1200" b="1" dirty="0">
                <a:solidFill>
                  <a:schemeClr val="tx1"/>
                </a:solidFill>
              </a:rPr>
              <a:t> 처리된다</a:t>
            </a:r>
          </a:p>
        </p:txBody>
      </p:sp>
      <p:pic>
        <p:nvPicPr>
          <p:cNvPr id="3074" name="Picture 2" descr="test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3718" y="573528"/>
            <a:ext cx="4530331" cy="2592288"/>
          </a:xfrm>
          <a:prstGeom prst="rect">
            <a:avLst/>
          </a:prstGeom>
          <a:noFill/>
          <a:ln w="9525">
            <a:solidFill>
              <a:srgbClr val="756B5F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75" name="Picture 3" descr="test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98967" y="3219822"/>
            <a:ext cx="4145654" cy="1674186"/>
          </a:xfrm>
          <a:prstGeom prst="rect">
            <a:avLst/>
          </a:prstGeom>
          <a:noFill/>
          <a:ln w="9525">
            <a:solidFill>
              <a:srgbClr val="756B5F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3" name="TextBox 22"/>
          <p:cNvSpPr txBox="1"/>
          <p:nvPr/>
        </p:nvSpPr>
        <p:spPr>
          <a:xfrm>
            <a:off x="62381" y="630779"/>
            <a:ext cx="44114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2000" b="1" dirty="0">
                <a:solidFill>
                  <a:srgbClr val="FF0000"/>
                </a:solidFill>
              </a:rPr>
              <a:t>①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38940" y="1221600"/>
            <a:ext cx="49244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2400" b="1" dirty="0">
                <a:solidFill>
                  <a:srgbClr val="FF0000"/>
                </a:solidFill>
              </a:rPr>
              <a:t>②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261642" y="1137939"/>
            <a:ext cx="49244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2400" b="1" dirty="0">
                <a:solidFill>
                  <a:srgbClr val="FF0000"/>
                </a:solidFill>
              </a:rPr>
              <a:t>③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083156" y="2031690"/>
            <a:ext cx="49244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2400" b="1" dirty="0">
                <a:solidFill>
                  <a:srgbClr val="FF0000"/>
                </a:solidFill>
              </a:rPr>
              <a:t>④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932041" y="4191930"/>
            <a:ext cx="49244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2400" b="1" dirty="0">
                <a:solidFill>
                  <a:srgbClr val="FF0000"/>
                </a:solidFill>
              </a:rPr>
              <a:t>⑤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699793" y="4765309"/>
            <a:ext cx="49244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2400" b="1" dirty="0">
                <a:solidFill>
                  <a:srgbClr val="FF0000"/>
                </a:solidFill>
              </a:rPr>
              <a:t>⑥</a:t>
            </a:r>
          </a:p>
        </p:txBody>
      </p:sp>
      <p:sp>
        <p:nvSpPr>
          <p:cNvPr id="3" name="직사각형 2"/>
          <p:cNvSpPr/>
          <p:nvPr/>
        </p:nvSpPr>
        <p:spPr>
          <a:xfrm>
            <a:off x="473717" y="875351"/>
            <a:ext cx="1177390" cy="173124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228600" indent="-228600" algn="ctr">
              <a:buFont typeface="+mj-ea"/>
              <a:buAutoNum type="circleNumDbPlain"/>
            </a:pPr>
            <a:endParaRPr lang="ko-KR" altLang="en-US" sz="1000" b="1" dirty="0" err="1">
              <a:solidFill>
                <a:schemeClr val="tx1"/>
              </a:solidFill>
            </a:endParaRPr>
          </a:p>
        </p:txBody>
      </p:sp>
      <p:sp>
        <p:nvSpPr>
          <p:cNvPr id="32" name="직사각형 31"/>
          <p:cNvSpPr/>
          <p:nvPr/>
        </p:nvSpPr>
        <p:spPr>
          <a:xfrm>
            <a:off x="553445" y="1308162"/>
            <a:ext cx="881638" cy="550403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228600" indent="-228600" algn="ctr">
              <a:buFont typeface="+mj-ea"/>
              <a:buAutoNum type="circleNumDbPlain"/>
            </a:pPr>
            <a:endParaRPr lang="ko-KR" altLang="en-US" sz="1000" b="1" dirty="0" err="1">
              <a:solidFill>
                <a:schemeClr val="tx1"/>
              </a:solidFill>
            </a:endParaRPr>
          </a:p>
        </p:txBody>
      </p:sp>
      <p:cxnSp>
        <p:nvCxnSpPr>
          <p:cNvPr id="5" name="직선 연결선 4"/>
          <p:cNvCxnSpPr/>
          <p:nvPr/>
        </p:nvCxnSpPr>
        <p:spPr>
          <a:xfrm>
            <a:off x="715003" y="1740973"/>
            <a:ext cx="648072" cy="0"/>
          </a:xfrm>
          <a:prstGeom prst="line">
            <a:avLst/>
          </a:prstGeom>
          <a:ln w="38100">
            <a:solidFill>
              <a:srgbClr val="FF000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구부러진 연결선 6"/>
          <p:cNvCxnSpPr/>
          <p:nvPr/>
        </p:nvCxnSpPr>
        <p:spPr>
          <a:xfrm rot="16200000" flipH="1">
            <a:off x="-231578" y="2871516"/>
            <a:ext cx="2797207" cy="536119"/>
          </a:xfrm>
          <a:prstGeom prst="curvedConnector3">
            <a:avLst/>
          </a:prstGeom>
          <a:ln w="3810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직사각형 8"/>
          <p:cNvSpPr/>
          <p:nvPr/>
        </p:nvSpPr>
        <p:spPr>
          <a:xfrm>
            <a:off x="2443195" y="1474812"/>
            <a:ext cx="2304256" cy="108551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228600" indent="-228600" algn="ctr">
              <a:buFont typeface="+mj-ea"/>
              <a:buAutoNum type="circleNumDbPlain"/>
            </a:pPr>
            <a:endParaRPr lang="ko-KR" altLang="en-US" sz="1000" b="1" dirty="0" err="1">
              <a:solidFill>
                <a:schemeClr val="tx1"/>
              </a:solidFill>
            </a:endParaRPr>
          </a:p>
        </p:txBody>
      </p:sp>
      <p:sp>
        <p:nvSpPr>
          <p:cNvPr id="41" name="직사각형 40"/>
          <p:cNvSpPr/>
          <p:nvPr/>
        </p:nvSpPr>
        <p:spPr>
          <a:xfrm>
            <a:off x="2443196" y="1923678"/>
            <a:ext cx="2243861" cy="454261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228600" indent="-228600" algn="ctr">
              <a:buFont typeface="+mj-ea"/>
              <a:buAutoNum type="circleNumDbPlain"/>
            </a:pPr>
            <a:endParaRPr lang="ko-KR" altLang="en-US" sz="1000" b="1" dirty="0" err="1">
              <a:solidFill>
                <a:schemeClr val="tx1"/>
              </a:solidFill>
            </a:endParaRPr>
          </a:p>
        </p:txBody>
      </p:sp>
      <p:sp>
        <p:nvSpPr>
          <p:cNvPr id="43" name="직사각형 42"/>
          <p:cNvSpPr/>
          <p:nvPr/>
        </p:nvSpPr>
        <p:spPr>
          <a:xfrm>
            <a:off x="4727630" y="4311048"/>
            <a:ext cx="316992" cy="454261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228600" indent="-228600" algn="ctr">
              <a:buFont typeface="+mj-ea"/>
              <a:buAutoNum type="circleNumDbPlain"/>
            </a:pPr>
            <a:endParaRPr lang="ko-KR" altLang="en-US" sz="1000" b="1" dirty="0" err="1">
              <a:solidFill>
                <a:schemeClr val="tx1"/>
              </a:solidFill>
            </a:endParaRPr>
          </a:p>
        </p:txBody>
      </p:sp>
      <p:sp>
        <p:nvSpPr>
          <p:cNvPr id="44" name="직사각형 43"/>
          <p:cNvSpPr/>
          <p:nvPr/>
        </p:nvSpPr>
        <p:spPr>
          <a:xfrm>
            <a:off x="3041661" y="4765309"/>
            <a:ext cx="480418" cy="173124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228600" indent="-228600" algn="ctr">
              <a:buFont typeface="+mj-ea"/>
              <a:buAutoNum type="circleNumDbPlain"/>
            </a:pPr>
            <a:endParaRPr lang="ko-KR" altLang="en-US" sz="1000" b="1" dirty="0" err="1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2940578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987C4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/>
          </a:p>
        </p:txBody>
      </p:sp>
      <p:sp>
        <p:nvSpPr>
          <p:cNvPr id="8" name="직사각형 7"/>
          <p:cNvSpPr/>
          <p:nvPr/>
        </p:nvSpPr>
        <p:spPr>
          <a:xfrm>
            <a:off x="2411760" y="1977684"/>
            <a:ext cx="3672408" cy="55137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/>
          </a:p>
        </p:txBody>
      </p:sp>
      <p:sp>
        <p:nvSpPr>
          <p:cNvPr id="5" name="TextBox 4"/>
          <p:cNvSpPr txBox="1"/>
          <p:nvPr/>
        </p:nvSpPr>
        <p:spPr>
          <a:xfrm>
            <a:off x="2483771" y="1679538"/>
            <a:ext cx="3528391" cy="193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defRPr/>
            </a:pPr>
            <a:r>
              <a:rPr lang="ko-KR" altLang="en-US" sz="4000" b="1" dirty="0">
                <a:solidFill>
                  <a:srgbClr val="756B5F"/>
                </a:solidFill>
                <a:latin typeface="+mn-ea"/>
                <a:ea typeface="+mn-ea"/>
              </a:rPr>
              <a:t>경청해 주셔서</a:t>
            </a:r>
            <a:endParaRPr lang="en-US" altLang="ko-KR" sz="4000" b="1" dirty="0">
              <a:solidFill>
                <a:srgbClr val="756B5F"/>
              </a:solidFill>
              <a:latin typeface="+mn-ea"/>
              <a:ea typeface="+mn-ea"/>
            </a:endParaRPr>
          </a:p>
          <a:p>
            <a:pPr>
              <a:lnSpc>
                <a:spcPct val="150000"/>
              </a:lnSpc>
              <a:defRPr/>
            </a:pPr>
            <a:r>
              <a:rPr lang="ko-KR" altLang="en-US" sz="4000" b="1" dirty="0">
                <a:solidFill>
                  <a:schemeClr val="bg1"/>
                </a:solidFill>
                <a:latin typeface="+mn-ea"/>
                <a:ea typeface="+mn-ea"/>
              </a:rPr>
              <a:t>고맙습니다</a:t>
            </a:r>
            <a:endParaRPr lang="en-US" altLang="ko-KR" sz="4000" b="1" dirty="0">
              <a:solidFill>
                <a:schemeClr val="bg1"/>
              </a:solidFill>
              <a:latin typeface="+mn-ea"/>
              <a:ea typeface="+mn-ea"/>
              <a:sym typeface="Wingdings" pitchFamily="2" charset="2"/>
            </a:endParaRPr>
          </a:p>
        </p:txBody>
      </p:sp>
      <p:sp>
        <p:nvSpPr>
          <p:cNvPr id="9" name="순서도: 대체 처리 8"/>
          <p:cNvSpPr/>
          <p:nvPr/>
        </p:nvSpPr>
        <p:spPr>
          <a:xfrm>
            <a:off x="5292080" y="2661550"/>
            <a:ext cx="792088" cy="504266"/>
          </a:xfrm>
          <a:prstGeom prst="flowChartAlternateProcess">
            <a:avLst/>
          </a:prstGeom>
          <a:noFill/>
          <a:ln w="6350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b="1" dirty="0">
                <a:solidFill>
                  <a:schemeClr val="bg1"/>
                </a:solidFill>
              </a:rPr>
              <a:t>LAS</a:t>
            </a:r>
            <a:r>
              <a:rPr lang="en-US" altLang="ko-KR" sz="2800" b="1" baseline="30000" dirty="0">
                <a:solidFill>
                  <a:schemeClr val="bg1"/>
                </a:solidFill>
              </a:rPr>
              <a:t>*</a:t>
            </a:r>
            <a:endParaRPr lang="ko-KR" altLang="en-US" sz="2800" b="1" baseline="30000" dirty="0">
              <a:solidFill>
                <a:schemeClr val="bg1"/>
              </a:solidFill>
            </a:endParaRPr>
          </a:p>
        </p:txBody>
      </p:sp>
      <p:sp>
        <p:nvSpPr>
          <p:cNvPr id="2" name="슬라이드 번호 개체 틀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974B11-60DB-405B-8211-256C6E064270}" type="slidenum">
              <a:rPr lang="ko-KR" altLang="en-US" smtClean="0"/>
              <a:t>13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255779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chemeClr val="bg2">
            <a:lumMod val="75000"/>
          </a:schemeClr>
        </a:solidFill>
        <a:ln>
          <a:solidFill>
            <a:schemeClr val="bg2">
              <a:lumMod val="75000"/>
            </a:schemeClr>
          </a:solidFill>
        </a:ln>
      </a:spPr>
      <a:bodyPr rot="0" spcFirstLastPara="0" vertOverflow="overflow" horzOverflow="overflow" vert="horz" wrap="square" lIns="0" tIns="0" rIns="0" bIns="0" numCol="1" spcCol="0" rtlCol="0" fromWordArt="0" anchor="ctr" anchorCtr="0" forceAA="0" compatLnSpc="1">
        <a:prstTxWarp prst="textNoShape">
          <a:avLst/>
        </a:prstTxWarp>
        <a:noAutofit/>
      </a:bodyPr>
      <a:lstStyle>
        <a:defPPr algn="ctr">
          <a:defRPr sz="1000" b="1" dirty="0" smtClean="0"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12700">
          <a:solidFill>
            <a:srgbClr val="756B5F"/>
          </a:solidFill>
          <a:tailEnd type="none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5529</TotalTime>
  <Words>803</Words>
  <Application>Microsoft Office PowerPoint</Application>
  <PresentationFormat>화면 슬라이드 쇼(16:9)</PresentationFormat>
  <Paragraphs>206</Paragraphs>
  <Slides>13</Slides>
  <Notes>3</Notes>
  <HiddenSlides>0</HiddenSlides>
  <MMClips>0</MMClips>
  <ScaleCrop>false</ScaleCrop>
  <HeadingPairs>
    <vt:vector size="6" baseType="variant">
      <vt:variant>
        <vt:lpstr>사용한 글꼴</vt:lpstr>
      </vt:variant>
      <vt:variant>
        <vt:i4>6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13</vt:i4>
      </vt:variant>
    </vt:vector>
  </HeadingPairs>
  <TitlesOfParts>
    <vt:vector size="20" baseType="lpstr">
      <vt:lpstr>HY헤드라인M</vt:lpstr>
      <vt:lpstr>가는안상수체</vt:lpstr>
      <vt:lpstr>맑은 고딕</vt:lpstr>
      <vt:lpstr>한컴 윤고딕 230</vt:lpstr>
      <vt:lpstr>Arial</vt:lpstr>
      <vt:lpstr>Wingdings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303-12</dc:creator>
  <cp:lastModifiedBy>김효경</cp:lastModifiedBy>
  <cp:revision>420</cp:revision>
  <dcterms:created xsi:type="dcterms:W3CDTF">2016-06-22T05:17:17Z</dcterms:created>
  <dcterms:modified xsi:type="dcterms:W3CDTF">2025-12-19T02:29:13Z</dcterms:modified>
</cp:coreProperties>
</file>